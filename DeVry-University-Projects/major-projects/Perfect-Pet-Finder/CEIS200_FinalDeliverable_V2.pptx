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handoutMasterIdLst>
    <p:handoutMasterId r:id="rId22"/>
  </p:handoutMasterIdLst>
  <p:sldIdLst>
    <p:sldId id="257" r:id="rId5"/>
    <p:sldId id="279" r:id="rId6"/>
    <p:sldId id="280" r:id="rId7"/>
    <p:sldId id="281" r:id="rId8"/>
    <p:sldId id="262" r:id="rId9"/>
    <p:sldId id="267" r:id="rId10"/>
    <p:sldId id="282" r:id="rId11"/>
    <p:sldId id="270" r:id="rId12"/>
    <p:sldId id="271" r:id="rId13"/>
    <p:sldId id="260" r:id="rId14"/>
    <p:sldId id="273" r:id="rId15"/>
    <p:sldId id="274" r:id="rId16"/>
    <p:sldId id="275" r:id="rId17"/>
    <p:sldId id="278" r:id="rId18"/>
    <p:sldId id="277" r:id="rId19"/>
    <p:sldId id="276" r:id="rId20"/>
    <p:sldId id="28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80B2F-025C-4FB6-9ECF-9E6745F36D29}" v="6" dt="2023-02-25T17:01:08.162"/>
    <p1510:client id="{5BFD784F-4E38-47B7-8366-0957A366999C}" v="12" dt="2023-02-25T02:44:54.988"/>
    <p1510:client id="{F212CED6-E8DC-4099-B1F8-1D512A398374}" v="199" dt="2023-02-25T02:36:42.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8" d="100"/>
          <a:sy n="158" d="100"/>
        </p:scale>
        <p:origin x="336" y="96"/>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lip Tette" userId="3f1da49f3d8e4c7d" providerId="LiveId" clId="{49AB0CEC-3222-45BB-A637-0D1A251A03CA}"/>
    <pc:docChg chg="undo custSel addSld delSld modSld sldOrd modMainMaster">
      <pc:chgData name="Phillip Tette" userId="3f1da49f3d8e4c7d" providerId="LiveId" clId="{49AB0CEC-3222-45BB-A637-0D1A251A03CA}" dt="2023-02-23T03:39:49.314" v="2311" actId="20577"/>
      <pc:docMkLst>
        <pc:docMk/>
      </pc:docMkLst>
      <pc:sldChg chg="modSp mod">
        <pc:chgData name="Phillip Tette" userId="3f1da49f3d8e4c7d" providerId="LiveId" clId="{49AB0CEC-3222-45BB-A637-0D1A251A03CA}" dt="2023-02-23T03:29:40.724" v="2144" actId="20577"/>
        <pc:sldMkLst>
          <pc:docMk/>
          <pc:sldMk cId="3063285709" sldId="257"/>
        </pc:sldMkLst>
        <pc:spChg chg="mod">
          <ac:chgData name="Phillip Tette" userId="3f1da49f3d8e4c7d" providerId="LiveId" clId="{49AB0CEC-3222-45BB-A637-0D1A251A03CA}" dt="2023-02-23T03:28:23.757" v="2107" actId="14100"/>
          <ac:spMkLst>
            <pc:docMk/>
            <pc:sldMk cId="3063285709" sldId="257"/>
            <ac:spMk id="4" creationId="{00000000-0000-0000-0000-000000000000}"/>
          </ac:spMkLst>
        </pc:spChg>
        <pc:spChg chg="mod">
          <ac:chgData name="Phillip Tette" userId="3f1da49f3d8e4c7d" providerId="LiveId" clId="{49AB0CEC-3222-45BB-A637-0D1A251A03CA}" dt="2023-02-23T03:29:40.724" v="2144" actId="20577"/>
          <ac:spMkLst>
            <pc:docMk/>
            <pc:sldMk cId="3063285709" sldId="257"/>
            <ac:spMk id="5" creationId="{00000000-0000-0000-0000-000000000000}"/>
          </ac:spMkLst>
        </pc:spChg>
      </pc:sldChg>
      <pc:sldChg chg="del">
        <pc:chgData name="Phillip Tette" userId="3f1da49f3d8e4c7d" providerId="LiveId" clId="{49AB0CEC-3222-45BB-A637-0D1A251A03CA}" dt="2023-02-23T03:31:22.968" v="2146" actId="47"/>
        <pc:sldMkLst>
          <pc:docMk/>
          <pc:sldMk cId="819152762" sldId="258"/>
        </pc:sldMkLst>
      </pc:sldChg>
      <pc:sldChg chg="del">
        <pc:chgData name="Phillip Tette" userId="3f1da49f3d8e4c7d" providerId="LiveId" clId="{49AB0CEC-3222-45BB-A637-0D1A251A03CA}" dt="2023-02-23T03:31:12.674" v="2145" actId="47"/>
        <pc:sldMkLst>
          <pc:docMk/>
          <pc:sldMk cId="3384873873" sldId="259"/>
        </pc:sldMkLst>
      </pc:sldChg>
      <pc:sldChg chg="addSp delSp modSp mod chgLayout">
        <pc:chgData name="Phillip Tette" userId="3f1da49f3d8e4c7d" providerId="LiveId" clId="{49AB0CEC-3222-45BB-A637-0D1A251A03CA}" dt="2023-02-23T03:07:30.020" v="1794" actId="6549"/>
        <pc:sldMkLst>
          <pc:docMk/>
          <pc:sldMk cId="3317155892" sldId="260"/>
        </pc:sldMkLst>
        <pc:spChg chg="mod ord">
          <ac:chgData name="Phillip Tette" userId="3f1da49f3d8e4c7d" providerId="LiveId" clId="{49AB0CEC-3222-45BB-A637-0D1A251A03CA}" dt="2023-02-23T02:59:41.796" v="1124" actId="700"/>
          <ac:spMkLst>
            <pc:docMk/>
            <pc:sldMk cId="3317155892" sldId="260"/>
            <ac:spMk id="2" creationId="{61567EC1-4CB0-B86B-F1DD-265E8B500F54}"/>
          </ac:spMkLst>
        </pc:spChg>
        <pc:spChg chg="add del mod ord">
          <ac:chgData name="Phillip Tette" userId="3f1da49f3d8e4c7d" providerId="LiveId" clId="{49AB0CEC-3222-45BB-A637-0D1A251A03CA}" dt="2023-02-23T03:07:30.020" v="1794" actId="6549"/>
          <ac:spMkLst>
            <pc:docMk/>
            <pc:sldMk cId="3317155892" sldId="260"/>
            <ac:spMk id="3" creationId="{D8CF325F-DE5E-9DAF-EA72-40D4FD432297}"/>
          </ac:spMkLst>
        </pc:spChg>
        <pc:graphicFrameChg chg="add del mod">
          <ac:chgData name="Phillip Tette" userId="3f1da49f3d8e4c7d" providerId="LiveId" clId="{49AB0CEC-3222-45BB-A637-0D1A251A03CA}" dt="2023-02-23T02:59:12.779" v="1115"/>
          <ac:graphicFrameMkLst>
            <pc:docMk/>
            <pc:sldMk cId="3317155892" sldId="260"/>
            <ac:graphicFrameMk id="4" creationId="{537AD5D2-6226-62DB-8072-2E273583CE9C}"/>
          </ac:graphicFrameMkLst>
        </pc:graphicFrameChg>
        <pc:graphicFrameChg chg="add mod">
          <ac:chgData name="Phillip Tette" userId="3f1da49f3d8e4c7d" providerId="LiveId" clId="{49AB0CEC-3222-45BB-A637-0D1A251A03CA}" dt="2023-02-23T02:59:29.082" v="1122" actId="1076"/>
          <ac:graphicFrameMkLst>
            <pc:docMk/>
            <pc:sldMk cId="3317155892" sldId="260"/>
            <ac:graphicFrameMk id="5" creationId="{B995527C-B022-A9EE-87B6-36DCF7DF55D2}"/>
          </ac:graphicFrameMkLst>
        </pc:graphicFrameChg>
      </pc:sldChg>
      <pc:sldChg chg="modSp del mod">
        <pc:chgData name="Phillip Tette" userId="3f1da49f3d8e4c7d" providerId="LiveId" clId="{49AB0CEC-3222-45BB-A637-0D1A251A03CA}" dt="2023-02-23T03:25:59.799" v="2027" actId="47"/>
        <pc:sldMkLst>
          <pc:docMk/>
          <pc:sldMk cId="2723911843" sldId="261"/>
        </pc:sldMkLst>
        <pc:spChg chg="mod">
          <ac:chgData name="Phillip Tette" userId="3f1da49f3d8e4c7d" providerId="LiveId" clId="{49AB0CEC-3222-45BB-A637-0D1A251A03CA}" dt="2023-02-23T03:08:57.880" v="1829" actId="20577"/>
          <ac:spMkLst>
            <pc:docMk/>
            <pc:sldMk cId="2723911843" sldId="261"/>
            <ac:spMk id="2" creationId="{D958BAC1-15C2-34BE-6BDF-6F0B2A2D3700}"/>
          </ac:spMkLst>
        </pc:spChg>
        <pc:spChg chg="mod">
          <ac:chgData name="Phillip Tette" userId="3f1da49f3d8e4c7d" providerId="LiveId" clId="{49AB0CEC-3222-45BB-A637-0D1A251A03CA}" dt="2023-02-23T03:09:04.487" v="1844" actId="20577"/>
          <ac:spMkLst>
            <pc:docMk/>
            <pc:sldMk cId="2723911843" sldId="261"/>
            <ac:spMk id="3" creationId="{F0DA5605-3274-AEED-4481-16CE0A12CD4F}"/>
          </ac:spMkLst>
        </pc:spChg>
      </pc:sldChg>
      <pc:sldChg chg="modSp mod ord">
        <pc:chgData name="Phillip Tette" userId="3f1da49f3d8e4c7d" providerId="LiveId" clId="{49AB0CEC-3222-45BB-A637-0D1A251A03CA}" dt="2023-02-23T02:52:53.096" v="974" actId="1076"/>
        <pc:sldMkLst>
          <pc:docMk/>
          <pc:sldMk cId="2007089332" sldId="262"/>
        </pc:sldMkLst>
        <pc:graphicFrameChg chg="mod">
          <ac:chgData name="Phillip Tette" userId="3f1da49f3d8e4c7d" providerId="LiveId" clId="{49AB0CEC-3222-45BB-A637-0D1A251A03CA}" dt="2023-02-23T02:52:53.096" v="974" actId="1076"/>
          <ac:graphicFrameMkLst>
            <pc:docMk/>
            <pc:sldMk cId="2007089332" sldId="262"/>
            <ac:graphicFrameMk id="5" creationId="{2FC85EF4-595A-0BC1-D6F1-75A6D10FBF54}"/>
          </ac:graphicFrameMkLst>
        </pc:graphicFrameChg>
      </pc:sldChg>
      <pc:sldChg chg="delSp modSp del mod">
        <pc:chgData name="Phillip Tette" userId="3f1da49f3d8e4c7d" providerId="LiveId" clId="{49AB0CEC-3222-45BB-A637-0D1A251A03CA}" dt="2023-02-23T03:09:49.425" v="1850" actId="47"/>
        <pc:sldMkLst>
          <pc:docMk/>
          <pc:sldMk cId="3415757499" sldId="263"/>
        </pc:sldMkLst>
        <pc:picChg chg="del mod">
          <ac:chgData name="Phillip Tette" userId="3f1da49f3d8e4c7d" providerId="LiveId" clId="{49AB0CEC-3222-45BB-A637-0D1A251A03CA}" dt="2023-02-23T03:09:17.230" v="1845" actId="478"/>
          <ac:picMkLst>
            <pc:docMk/>
            <pc:sldMk cId="3415757499" sldId="263"/>
            <ac:picMk id="5" creationId="{E3BD091E-327F-1B33-A6DD-6C937C8B05F3}"/>
          </ac:picMkLst>
        </pc:picChg>
      </pc:sldChg>
      <pc:sldChg chg="del">
        <pc:chgData name="Phillip Tette" userId="3f1da49f3d8e4c7d" providerId="LiveId" clId="{49AB0CEC-3222-45BB-A637-0D1A251A03CA}" dt="2023-02-23T03:09:19.467" v="1846" actId="47"/>
        <pc:sldMkLst>
          <pc:docMk/>
          <pc:sldMk cId="2128435819" sldId="264"/>
        </pc:sldMkLst>
      </pc:sldChg>
      <pc:sldChg chg="del">
        <pc:chgData name="Phillip Tette" userId="3f1da49f3d8e4c7d" providerId="LiveId" clId="{49AB0CEC-3222-45BB-A637-0D1A251A03CA}" dt="2023-02-23T03:09:20.529" v="1847" actId="47"/>
        <pc:sldMkLst>
          <pc:docMk/>
          <pc:sldMk cId="3563624201" sldId="265"/>
        </pc:sldMkLst>
      </pc:sldChg>
      <pc:sldChg chg="del">
        <pc:chgData name="Phillip Tette" userId="3f1da49f3d8e4c7d" providerId="LiveId" clId="{49AB0CEC-3222-45BB-A637-0D1A251A03CA}" dt="2023-02-23T03:09:24.802" v="1848" actId="47"/>
        <pc:sldMkLst>
          <pc:docMk/>
          <pc:sldMk cId="2502535183" sldId="266"/>
        </pc:sldMkLst>
      </pc:sldChg>
      <pc:sldChg chg="ord">
        <pc:chgData name="Phillip Tette" userId="3f1da49f3d8e4c7d" providerId="LiveId" clId="{49AB0CEC-3222-45BB-A637-0D1A251A03CA}" dt="2023-02-23T02:53:38.537" v="978"/>
        <pc:sldMkLst>
          <pc:docMk/>
          <pc:sldMk cId="3422323629" sldId="267"/>
        </pc:sldMkLst>
      </pc:sldChg>
      <pc:sldChg chg="del ord">
        <pc:chgData name="Phillip Tette" userId="3f1da49f3d8e4c7d" providerId="LiveId" clId="{49AB0CEC-3222-45BB-A637-0D1A251A03CA}" dt="2023-02-23T02:56:37.093" v="1083" actId="47"/>
        <pc:sldMkLst>
          <pc:docMk/>
          <pc:sldMk cId="2446289193" sldId="268"/>
        </pc:sldMkLst>
      </pc:sldChg>
      <pc:sldChg chg="del ord">
        <pc:chgData name="Phillip Tette" userId="3f1da49f3d8e4c7d" providerId="LiveId" clId="{49AB0CEC-3222-45BB-A637-0D1A251A03CA}" dt="2023-02-23T02:56:38.187" v="1084" actId="47"/>
        <pc:sldMkLst>
          <pc:docMk/>
          <pc:sldMk cId="3776213429" sldId="269"/>
        </pc:sldMkLst>
      </pc:sldChg>
      <pc:sldChg chg="addSp modSp mod ord">
        <pc:chgData name="Phillip Tette" userId="3f1da49f3d8e4c7d" providerId="LiveId" clId="{49AB0CEC-3222-45BB-A637-0D1A251A03CA}" dt="2023-02-23T02:57:10.734" v="1105" actId="20577"/>
        <pc:sldMkLst>
          <pc:docMk/>
          <pc:sldMk cId="3700955649" sldId="270"/>
        </pc:sldMkLst>
        <pc:spChg chg="mod">
          <ac:chgData name="Phillip Tette" userId="3f1da49f3d8e4c7d" providerId="LiveId" clId="{49AB0CEC-3222-45BB-A637-0D1A251A03CA}" dt="2023-02-23T02:56:43.589" v="1093" actId="6549"/>
          <ac:spMkLst>
            <pc:docMk/>
            <pc:sldMk cId="3700955649" sldId="270"/>
            <ac:spMk id="2" creationId="{BBD6047A-C653-1089-32BA-B21F44E35DD5}"/>
          </ac:spMkLst>
        </pc:spChg>
        <pc:spChg chg="add mod">
          <ac:chgData name="Phillip Tette" userId="3f1da49f3d8e4c7d" providerId="LiveId" clId="{49AB0CEC-3222-45BB-A637-0D1A251A03CA}" dt="2023-02-23T02:57:10.734" v="1105" actId="20577"/>
          <ac:spMkLst>
            <pc:docMk/>
            <pc:sldMk cId="3700955649" sldId="270"/>
            <ac:spMk id="4" creationId="{6F032052-410C-CE8C-5D10-8B0A289BDAEF}"/>
          </ac:spMkLst>
        </pc:spChg>
        <pc:picChg chg="mod">
          <ac:chgData name="Phillip Tette" userId="3f1da49f3d8e4c7d" providerId="LiveId" clId="{49AB0CEC-3222-45BB-A637-0D1A251A03CA}" dt="2023-02-23T02:56:58.910" v="1097" actId="1076"/>
          <ac:picMkLst>
            <pc:docMk/>
            <pc:sldMk cId="3700955649" sldId="270"/>
            <ac:picMk id="3" creationId="{6A5175F9-8451-1D83-2D22-0C5BAAC39C41}"/>
          </ac:picMkLst>
        </pc:picChg>
      </pc:sldChg>
      <pc:sldChg chg="modSp mod ord modClrScheme chgLayout">
        <pc:chgData name="Phillip Tette" userId="3f1da49f3d8e4c7d" providerId="LiveId" clId="{49AB0CEC-3222-45BB-A637-0D1A251A03CA}" dt="2023-02-23T02:57:52.791" v="1113" actId="1076"/>
        <pc:sldMkLst>
          <pc:docMk/>
          <pc:sldMk cId="3801140458" sldId="271"/>
        </pc:sldMkLst>
        <pc:spChg chg="mod ord">
          <ac:chgData name="Phillip Tette" userId="3f1da49f3d8e4c7d" providerId="LiveId" clId="{49AB0CEC-3222-45BB-A637-0D1A251A03CA}" dt="2023-02-23T02:57:35.011" v="1108" actId="700"/>
          <ac:spMkLst>
            <pc:docMk/>
            <pc:sldMk cId="3801140458" sldId="271"/>
            <ac:spMk id="2" creationId="{7117C1A2-A2EE-8B84-1C81-C95FE7168EDA}"/>
          </ac:spMkLst>
        </pc:spChg>
        <pc:graphicFrameChg chg="mod">
          <ac:chgData name="Phillip Tette" userId="3f1da49f3d8e4c7d" providerId="LiveId" clId="{49AB0CEC-3222-45BB-A637-0D1A251A03CA}" dt="2023-02-23T02:57:52.791" v="1113" actId="1076"/>
          <ac:graphicFrameMkLst>
            <pc:docMk/>
            <pc:sldMk cId="3801140458" sldId="271"/>
            <ac:graphicFrameMk id="5" creationId="{9624911C-ABA3-F7EB-716F-338B5112AF0F}"/>
          </ac:graphicFrameMkLst>
        </pc:graphicFrameChg>
      </pc:sldChg>
      <pc:sldChg chg="del">
        <pc:chgData name="Phillip Tette" userId="3f1da49f3d8e4c7d" providerId="LiveId" clId="{49AB0CEC-3222-45BB-A637-0D1A251A03CA}" dt="2023-02-23T03:09:29.027" v="1849" actId="47"/>
        <pc:sldMkLst>
          <pc:docMk/>
          <pc:sldMk cId="3663731474" sldId="272"/>
        </pc:sldMkLst>
      </pc:sldChg>
      <pc:sldChg chg="addSp delSp modSp mod chgLayout">
        <pc:chgData name="Phillip Tette" userId="3f1da49f3d8e4c7d" providerId="LiveId" clId="{49AB0CEC-3222-45BB-A637-0D1A251A03CA}" dt="2023-02-23T03:25:41.830" v="2025" actId="404"/>
        <pc:sldMkLst>
          <pc:docMk/>
          <pc:sldMk cId="2386747752" sldId="273"/>
        </pc:sldMkLst>
        <pc:spChg chg="mod ord">
          <ac:chgData name="Phillip Tette" userId="3f1da49f3d8e4c7d" providerId="LiveId" clId="{49AB0CEC-3222-45BB-A637-0D1A251A03CA}" dt="2023-02-23T03:21:45.712" v="1937" actId="20577"/>
          <ac:spMkLst>
            <pc:docMk/>
            <pc:sldMk cId="2386747752" sldId="273"/>
            <ac:spMk id="2" creationId="{04505D0F-F5CC-1EA8-60AA-C378E6DAEE22}"/>
          </ac:spMkLst>
        </pc:spChg>
        <pc:spChg chg="mod ord">
          <ac:chgData name="Phillip Tette" userId="3f1da49f3d8e4c7d" providerId="LiveId" clId="{49AB0CEC-3222-45BB-A637-0D1A251A03CA}" dt="2023-02-23T03:25:34.651" v="2021" actId="404"/>
          <ac:spMkLst>
            <pc:docMk/>
            <pc:sldMk cId="2386747752" sldId="273"/>
            <ac:spMk id="3" creationId="{D55CB873-CD94-98FA-FC59-A209858F410E}"/>
          </ac:spMkLst>
        </pc:spChg>
        <pc:spChg chg="del mod">
          <ac:chgData name="Phillip Tette" userId="3f1da49f3d8e4c7d" providerId="LiveId" clId="{49AB0CEC-3222-45BB-A637-0D1A251A03CA}" dt="2023-02-23T03:20:46.699" v="1915" actId="478"/>
          <ac:spMkLst>
            <pc:docMk/>
            <pc:sldMk cId="2386747752" sldId="273"/>
            <ac:spMk id="4" creationId="{4E5EF445-57E9-06E8-66C5-C81AACB2BA2B}"/>
          </ac:spMkLst>
        </pc:spChg>
        <pc:spChg chg="del mod">
          <ac:chgData name="Phillip Tette" userId="3f1da49f3d8e4c7d" providerId="LiveId" clId="{49AB0CEC-3222-45BB-A637-0D1A251A03CA}" dt="2023-02-23T03:20:44.691" v="1914" actId="478"/>
          <ac:spMkLst>
            <pc:docMk/>
            <pc:sldMk cId="2386747752" sldId="273"/>
            <ac:spMk id="5" creationId="{D28BF8C8-9E47-5E1A-0508-604A77B89218}"/>
          </ac:spMkLst>
        </pc:spChg>
        <pc:spChg chg="add mod">
          <ac:chgData name="Phillip Tette" userId="3f1da49f3d8e4c7d" providerId="LiveId" clId="{49AB0CEC-3222-45BB-A637-0D1A251A03CA}" dt="2023-02-23T03:25:41.830" v="2025" actId="404"/>
          <ac:spMkLst>
            <pc:docMk/>
            <pc:sldMk cId="2386747752" sldId="273"/>
            <ac:spMk id="6" creationId="{39A42D94-711B-CDC8-B216-ED3BB66CB187}"/>
          </ac:spMkLst>
        </pc:spChg>
        <pc:spChg chg="del mod">
          <ac:chgData name="Phillip Tette" userId="3f1da49f3d8e4c7d" providerId="LiveId" clId="{49AB0CEC-3222-45BB-A637-0D1A251A03CA}" dt="2023-02-23T03:19:44.246" v="1893" actId="478"/>
          <ac:spMkLst>
            <pc:docMk/>
            <pc:sldMk cId="2386747752" sldId="273"/>
            <ac:spMk id="10" creationId="{CACA535C-60C1-A9E9-5029-63E1C025FEE0}"/>
          </ac:spMkLst>
        </pc:spChg>
      </pc:sldChg>
      <pc:sldChg chg="addSp delSp modSp mod chgLayout">
        <pc:chgData name="Phillip Tette" userId="3f1da49f3d8e4c7d" providerId="LiveId" clId="{49AB0CEC-3222-45BB-A637-0D1A251A03CA}" dt="2023-02-23T03:25:53.408" v="2026" actId="242"/>
        <pc:sldMkLst>
          <pc:docMk/>
          <pc:sldMk cId="3387223328" sldId="274"/>
        </pc:sldMkLst>
        <pc:spChg chg="mod ord">
          <ac:chgData name="Phillip Tette" userId="3f1da49f3d8e4c7d" providerId="LiveId" clId="{49AB0CEC-3222-45BB-A637-0D1A251A03CA}" dt="2023-02-23T03:22:17.241" v="1975" actId="700"/>
          <ac:spMkLst>
            <pc:docMk/>
            <pc:sldMk cId="3387223328" sldId="274"/>
            <ac:spMk id="2" creationId="{71F9F3BF-B421-1ACB-75F4-670372D82985}"/>
          </ac:spMkLst>
        </pc:spChg>
        <pc:spChg chg="add mod ord">
          <ac:chgData name="Phillip Tette" userId="3f1da49f3d8e4c7d" providerId="LiveId" clId="{49AB0CEC-3222-45BB-A637-0D1A251A03CA}" dt="2023-02-23T03:25:53.408" v="2026" actId="242"/>
          <ac:spMkLst>
            <pc:docMk/>
            <pc:sldMk cId="3387223328" sldId="274"/>
            <ac:spMk id="3" creationId="{12E912D9-D4A1-CEE4-9BB7-C82D6C55B6BF}"/>
          </ac:spMkLst>
        </pc:spChg>
        <pc:spChg chg="mod">
          <ac:chgData name="Phillip Tette" userId="3f1da49f3d8e4c7d" providerId="LiveId" clId="{49AB0CEC-3222-45BB-A637-0D1A251A03CA}" dt="2023-02-23T03:22:25.635" v="1977" actId="27636"/>
          <ac:spMkLst>
            <pc:docMk/>
            <pc:sldMk cId="3387223328" sldId="274"/>
            <ac:spMk id="4" creationId="{B30E8106-79EB-9407-3AD6-DC33B4E821E6}"/>
          </ac:spMkLst>
        </pc:spChg>
        <pc:spChg chg="mod">
          <ac:chgData name="Phillip Tette" userId="3f1da49f3d8e4c7d" providerId="LiveId" clId="{49AB0CEC-3222-45BB-A637-0D1A251A03CA}" dt="2023-02-23T03:22:32.518" v="1980" actId="27636"/>
          <ac:spMkLst>
            <pc:docMk/>
            <pc:sldMk cId="3387223328" sldId="274"/>
            <ac:spMk id="5" creationId="{B593F30F-6E3B-8308-223B-42BA5EE10A06}"/>
          </ac:spMkLst>
        </pc:spChg>
        <pc:spChg chg="del mod">
          <ac:chgData name="Phillip Tette" userId="3f1da49f3d8e4c7d" providerId="LiveId" clId="{49AB0CEC-3222-45BB-A637-0D1A251A03CA}" dt="2023-02-23T03:23:23.107" v="1996" actId="478"/>
          <ac:spMkLst>
            <pc:docMk/>
            <pc:sldMk cId="3387223328" sldId="274"/>
            <ac:spMk id="6" creationId="{D1A846C5-BC68-E31E-9FE9-03429C560BB5}"/>
          </ac:spMkLst>
        </pc:spChg>
        <pc:spChg chg="add mod">
          <ac:chgData name="Phillip Tette" userId="3f1da49f3d8e4c7d" providerId="LiveId" clId="{49AB0CEC-3222-45BB-A637-0D1A251A03CA}" dt="2023-02-23T03:25:26.253" v="2017" actId="1076"/>
          <ac:spMkLst>
            <pc:docMk/>
            <pc:sldMk cId="3387223328" sldId="274"/>
            <ac:spMk id="7" creationId="{1D128E2E-93B8-00DB-F6B2-6C30F69E80E1}"/>
          </ac:spMkLst>
        </pc:spChg>
      </pc:sldChg>
      <pc:sldChg chg="modSp mod modClrScheme chgLayout">
        <pc:chgData name="Phillip Tette" userId="3f1da49f3d8e4c7d" providerId="LiveId" clId="{49AB0CEC-3222-45BB-A637-0D1A251A03CA}" dt="2023-02-23T03:10:38.148" v="1864" actId="20577"/>
        <pc:sldMkLst>
          <pc:docMk/>
          <pc:sldMk cId="3310508327" sldId="275"/>
        </pc:sldMkLst>
        <pc:spChg chg="mod ord">
          <ac:chgData name="Phillip Tette" userId="3f1da49f3d8e4c7d" providerId="LiveId" clId="{49AB0CEC-3222-45BB-A637-0D1A251A03CA}" dt="2023-02-23T03:10:38.148" v="1864" actId="20577"/>
          <ac:spMkLst>
            <pc:docMk/>
            <pc:sldMk cId="3310508327" sldId="275"/>
            <ac:spMk id="2" creationId="{7090CAF9-4227-20CA-7E46-8A8044139AE1}"/>
          </ac:spMkLst>
        </pc:spChg>
        <pc:picChg chg="mod">
          <ac:chgData name="Phillip Tette" userId="3f1da49f3d8e4c7d" providerId="LiveId" clId="{49AB0CEC-3222-45BB-A637-0D1A251A03CA}" dt="2023-02-23T03:10:22.470" v="1860" actId="1036"/>
          <ac:picMkLst>
            <pc:docMk/>
            <pc:sldMk cId="3310508327" sldId="275"/>
            <ac:picMk id="5" creationId="{27ADCAE7-D7C7-41B4-E807-81859A1D6BC4}"/>
          </ac:picMkLst>
        </pc:picChg>
      </pc:sldChg>
      <pc:sldChg chg="modSp mod">
        <pc:chgData name="Phillip Tette" userId="3f1da49f3d8e4c7d" providerId="LiveId" clId="{49AB0CEC-3222-45BB-A637-0D1A251A03CA}" dt="2023-02-23T03:39:49.314" v="2311" actId="20577"/>
        <pc:sldMkLst>
          <pc:docMk/>
          <pc:sldMk cId="1767353072" sldId="276"/>
        </pc:sldMkLst>
        <pc:spChg chg="mod">
          <ac:chgData name="Phillip Tette" userId="3f1da49f3d8e4c7d" providerId="LiveId" clId="{49AB0CEC-3222-45BB-A637-0D1A251A03CA}" dt="2023-02-23T03:32:11.441" v="2190"/>
          <ac:spMkLst>
            <pc:docMk/>
            <pc:sldMk cId="1767353072" sldId="276"/>
            <ac:spMk id="2" creationId="{DC822A02-731C-6861-05E8-E5B430AF26FD}"/>
          </ac:spMkLst>
        </pc:spChg>
        <pc:spChg chg="mod">
          <ac:chgData name="Phillip Tette" userId="3f1da49f3d8e4c7d" providerId="LiveId" clId="{49AB0CEC-3222-45BB-A637-0D1A251A03CA}" dt="2023-02-23T03:39:49.314" v="2311" actId="20577"/>
          <ac:spMkLst>
            <pc:docMk/>
            <pc:sldMk cId="1767353072" sldId="276"/>
            <ac:spMk id="3" creationId="{55349D67-E6A3-4327-0BF8-0AE470BC6782}"/>
          </ac:spMkLst>
        </pc:spChg>
      </pc:sldChg>
      <pc:sldChg chg="modSp mod">
        <pc:chgData name="Phillip Tette" userId="3f1da49f3d8e4c7d" providerId="LiveId" clId="{49AB0CEC-3222-45BB-A637-0D1A251A03CA}" dt="2023-02-23T03:39:47.837" v="2310" actId="20577"/>
        <pc:sldMkLst>
          <pc:docMk/>
          <pc:sldMk cId="1639055928" sldId="277"/>
        </pc:sldMkLst>
        <pc:spChg chg="mod">
          <ac:chgData name="Phillip Tette" userId="3f1da49f3d8e4c7d" providerId="LiveId" clId="{49AB0CEC-3222-45BB-A637-0D1A251A03CA}" dt="2023-02-23T03:32:21.256" v="2204"/>
          <ac:spMkLst>
            <pc:docMk/>
            <pc:sldMk cId="1639055928" sldId="277"/>
            <ac:spMk id="2" creationId="{AC006DA0-BE88-6EEB-2340-3965EB9F49A4}"/>
          </ac:spMkLst>
        </pc:spChg>
        <pc:spChg chg="mod">
          <ac:chgData name="Phillip Tette" userId="3f1da49f3d8e4c7d" providerId="LiveId" clId="{49AB0CEC-3222-45BB-A637-0D1A251A03CA}" dt="2023-02-23T03:39:47.837" v="2310" actId="20577"/>
          <ac:spMkLst>
            <pc:docMk/>
            <pc:sldMk cId="1639055928" sldId="277"/>
            <ac:spMk id="3" creationId="{AD193EED-BBBE-D380-5C4D-CAF3D502335A}"/>
          </ac:spMkLst>
        </pc:spChg>
      </pc:sldChg>
      <pc:sldChg chg="modSp mod">
        <pc:chgData name="Phillip Tette" userId="3f1da49f3d8e4c7d" providerId="LiveId" clId="{49AB0CEC-3222-45BB-A637-0D1A251A03CA}" dt="2023-02-23T03:39:45.770" v="2309" actId="20577"/>
        <pc:sldMkLst>
          <pc:docMk/>
          <pc:sldMk cId="627841624" sldId="278"/>
        </pc:sldMkLst>
        <pc:spChg chg="mod">
          <ac:chgData name="Phillip Tette" userId="3f1da49f3d8e4c7d" providerId="LiveId" clId="{49AB0CEC-3222-45BB-A637-0D1A251A03CA}" dt="2023-02-23T03:31:55.118" v="2186" actId="20577"/>
          <ac:spMkLst>
            <pc:docMk/>
            <pc:sldMk cId="627841624" sldId="278"/>
            <ac:spMk id="2" creationId="{33CD2392-5927-7300-C23C-9ECC09B5ED3C}"/>
          </ac:spMkLst>
        </pc:spChg>
        <pc:spChg chg="mod">
          <ac:chgData name="Phillip Tette" userId="3f1da49f3d8e4c7d" providerId="LiveId" clId="{49AB0CEC-3222-45BB-A637-0D1A251A03CA}" dt="2023-02-23T03:39:45.770" v="2309" actId="20577"/>
          <ac:spMkLst>
            <pc:docMk/>
            <pc:sldMk cId="627841624" sldId="278"/>
            <ac:spMk id="3" creationId="{510032A4-61E8-E005-44D1-0285100D616E}"/>
          </ac:spMkLst>
        </pc:spChg>
      </pc:sldChg>
      <pc:sldChg chg="addSp delSp modSp new mod modClrScheme chgLayout">
        <pc:chgData name="Phillip Tette" userId="3f1da49f3d8e4c7d" providerId="LiveId" clId="{49AB0CEC-3222-45BB-A637-0D1A251A03CA}" dt="2023-02-23T03:36:03.338" v="2250" actId="20577"/>
        <pc:sldMkLst>
          <pc:docMk/>
          <pc:sldMk cId="1278918796" sldId="279"/>
        </pc:sldMkLst>
        <pc:spChg chg="mod ord">
          <ac:chgData name="Phillip Tette" userId="3f1da49f3d8e4c7d" providerId="LiveId" clId="{49AB0CEC-3222-45BB-A637-0D1A251A03CA}" dt="2023-02-23T03:36:03.338" v="2250" actId="20577"/>
          <ac:spMkLst>
            <pc:docMk/>
            <pc:sldMk cId="1278918796" sldId="279"/>
            <ac:spMk id="2" creationId="{8687D9B0-8374-8867-89AE-3848CA5CF48B}"/>
          </ac:spMkLst>
        </pc:spChg>
        <pc:spChg chg="del mod ord">
          <ac:chgData name="Phillip Tette" userId="3f1da49f3d8e4c7d" providerId="LiveId" clId="{49AB0CEC-3222-45BB-A637-0D1A251A03CA}" dt="2023-02-23T02:14:30.397" v="53" actId="700"/>
          <ac:spMkLst>
            <pc:docMk/>
            <pc:sldMk cId="1278918796" sldId="279"/>
            <ac:spMk id="3" creationId="{40FA64D3-39A0-CEC3-CF34-F10B5D8F4DF6}"/>
          </ac:spMkLst>
        </pc:spChg>
        <pc:spChg chg="del mod">
          <ac:chgData name="Phillip Tette" userId="3f1da49f3d8e4c7d" providerId="LiveId" clId="{49AB0CEC-3222-45BB-A637-0D1A251A03CA}" dt="2023-02-23T02:14:30.397" v="53" actId="700"/>
          <ac:spMkLst>
            <pc:docMk/>
            <pc:sldMk cId="1278918796" sldId="279"/>
            <ac:spMk id="4" creationId="{39E73D8E-BAA6-107C-5DC8-126731D92A94}"/>
          </ac:spMkLst>
        </pc:spChg>
        <pc:spChg chg="add mod ord">
          <ac:chgData name="Phillip Tette" userId="3f1da49f3d8e4c7d" providerId="LiveId" clId="{49AB0CEC-3222-45BB-A637-0D1A251A03CA}" dt="2023-02-23T02:33:52.704" v="353" actId="20577"/>
          <ac:spMkLst>
            <pc:docMk/>
            <pc:sldMk cId="1278918796" sldId="279"/>
            <ac:spMk id="5" creationId="{53961B45-EC0C-7E11-13DE-AAC0014C8CC6}"/>
          </ac:spMkLst>
        </pc:spChg>
        <pc:spChg chg="add mod ord">
          <ac:chgData name="Phillip Tette" userId="3f1da49f3d8e4c7d" providerId="LiveId" clId="{49AB0CEC-3222-45BB-A637-0D1A251A03CA}" dt="2023-02-23T02:33:42.314" v="351" actId="20577"/>
          <ac:spMkLst>
            <pc:docMk/>
            <pc:sldMk cId="1278918796" sldId="279"/>
            <ac:spMk id="6" creationId="{7EEF86C2-9D55-8BCE-4E38-C6C451C90E6F}"/>
          </ac:spMkLst>
        </pc:spChg>
        <pc:spChg chg="add del mod">
          <ac:chgData name="Phillip Tette" userId="3f1da49f3d8e4c7d" providerId="LiveId" clId="{49AB0CEC-3222-45BB-A637-0D1A251A03CA}" dt="2023-02-23T02:32:02.433" v="326" actId="478"/>
          <ac:spMkLst>
            <pc:docMk/>
            <pc:sldMk cId="1278918796" sldId="279"/>
            <ac:spMk id="7" creationId="{6910D53E-DE4E-DE88-A37A-9CFAF4F8D4BC}"/>
          </ac:spMkLst>
        </pc:spChg>
      </pc:sldChg>
      <pc:sldChg chg="modSp add del mod">
        <pc:chgData name="Phillip Tette" userId="3f1da49f3d8e4c7d" providerId="LiveId" clId="{49AB0CEC-3222-45BB-A637-0D1A251A03CA}" dt="2023-02-23T02:35:27.174" v="368" actId="47"/>
        <pc:sldMkLst>
          <pc:docMk/>
          <pc:sldMk cId="1856258263" sldId="280"/>
        </pc:sldMkLst>
        <pc:spChg chg="mod">
          <ac:chgData name="Phillip Tette" userId="3f1da49f3d8e4c7d" providerId="LiveId" clId="{49AB0CEC-3222-45BB-A637-0D1A251A03CA}" dt="2023-02-23T02:34:29.543" v="356" actId="6549"/>
          <ac:spMkLst>
            <pc:docMk/>
            <pc:sldMk cId="1856258263" sldId="280"/>
            <ac:spMk id="4" creationId="{39E73D8E-BAA6-107C-5DC8-126731D92A94}"/>
          </ac:spMkLst>
        </pc:spChg>
      </pc:sldChg>
      <pc:sldChg chg="addSp delSp modSp add mod">
        <pc:chgData name="Phillip Tette" userId="3f1da49f3d8e4c7d" providerId="LiveId" clId="{49AB0CEC-3222-45BB-A637-0D1A251A03CA}" dt="2023-02-23T03:36:05.462" v="2251" actId="20577"/>
        <pc:sldMkLst>
          <pc:docMk/>
          <pc:sldMk cId="3676711060" sldId="280"/>
        </pc:sldMkLst>
        <pc:spChg chg="mod">
          <ac:chgData name="Phillip Tette" userId="3f1da49f3d8e4c7d" providerId="LiveId" clId="{49AB0CEC-3222-45BB-A637-0D1A251A03CA}" dt="2023-02-23T03:36:05.462" v="2251" actId="20577"/>
          <ac:spMkLst>
            <pc:docMk/>
            <pc:sldMk cId="3676711060" sldId="280"/>
            <ac:spMk id="2" creationId="{8687D9B0-8374-8867-89AE-3848CA5CF48B}"/>
          </ac:spMkLst>
        </pc:spChg>
        <pc:spChg chg="mod">
          <ac:chgData name="Phillip Tette" userId="3f1da49f3d8e4c7d" providerId="LiveId" clId="{49AB0CEC-3222-45BB-A637-0D1A251A03CA}" dt="2023-02-23T02:44:53.057" v="858" actId="14100"/>
          <ac:spMkLst>
            <pc:docMk/>
            <pc:sldMk cId="3676711060" sldId="280"/>
            <ac:spMk id="5" creationId="{53961B45-EC0C-7E11-13DE-AAC0014C8CC6}"/>
          </ac:spMkLst>
        </pc:spChg>
        <pc:spChg chg="mod">
          <ac:chgData name="Phillip Tette" userId="3f1da49f3d8e4c7d" providerId="LiveId" clId="{49AB0CEC-3222-45BB-A637-0D1A251A03CA}" dt="2023-02-23T02:45:11.936" v="863" actId="20577"/>
          <ac:spMkLst>
            <pc:docMk/>
            <pc:sldMk cId="3676711060" sldId="280"/>
            <ac:spMk id="6" creationId="{7EEF86C2-9D55-8BCE-4E38-C6C451C90E6F}"/>
          </ac:spMkLst>
        </pc:spChg>
        <pc:picChg chg="add del">
          <ac:chgData name="Phillip Tette" userId="3f1da49f3d8e4c7d" providerId="LiveId" clId="{49AB0CEC-3222-45BB-A637-0D1A251A03CA}" dt="2023-02-23T02:40:38.634" v="609" actId="22"/>
          <ac:picMkLst>
            <pc:docMk/>
            <pc:sldMk cId="3676711060" sldId="280"/>
            <ac:picMk id="4" creationId="{C710987C-3387-B82C-0744-ADEDBCFD3B81}"/>
          </ac:picMkLst>
        </pc:picChg>
      </pc:sldChg>
      <pc:sldChg chg="addSp delSp modSp add del mod modClrScheme chgLayout">
        <pc:chgData name="Phillip Tette" userId="3f1da49f3d8e4c7d" providerId="LiveId" clId="{49AB0CEC-3222-45BB-A637-0D1A251A03CA}" dt="2023-02-23T02:35:27.984" v="369" actId="47"/>
        <pc:sldMkLst>
          <pc:docMk/>
          <pc:sldMk cId="832007488" sldId="281"/>
        </pc:sldMkLst>
        <pc:spChg chg="del mod ord">
          <ac:chgData name="Phillip Tette" userId="3f1da49f3d8e4c7d" providerId="LiveId" clId="{49AB0CEC-3222-45BB-A637-0D1A251A03CA}" dt="2023-02-23T02:34:14.787" v="354" actId="700"/>
          <ac:spMkLst>
            <pc:docMk/>
            <pc:sldMk cId="832007488" sldId="281"/>
            <ac:spMk id="2" creationId="{8687D9B0-8374-8867-89AE-3848CA5CF48B}"/>
          </ac:spMkLst>
        </pc:spChg>
        <pc:spChg chg="del mod ord">
          <ac:chgData name="Phillip Tette" userId="3f1da49f3d8e4c7d" providerId="LiveId" clId="{49AB0CEC-3222-45BB-A637-0D1A251A03CA}" dt="2023-02-23T02:34:14.787" v="354" actId="700"/>
          <ac:spMkLst>
            <pc:docMk/>
            <pc:sldMk cId="832007488" sldId="281"/>
            <ac:spMk id="3" creationId="{40FA64D3-39A0-CEC3-CF34-F10B5D8F4DF6}"/>
          </ac:spMkLst>
        </pc:spChg>
        <pc:spChg chg="del mod ord">
          <ac:chgData name="Phillip Tette" userId="3f1da49f3d8e4c7d" providerId="LiveId" clId="{49AB0CEC-3222-45BB-A637-0D1A251A03CA}" dt="2023-02-23T02:34:35.262" v="357" actId="478"/>
          <ac:spMkLst>
            <pc:docMk/>
            <pc:sldMk cId="832007488" sldId="281"/>
            <ac:spMk id="4" creationId="{39E73D8E-BAA6-107C-5DC8-126731D92A94}"/>
          </ac:spMkLst>
        </pc:spChg>
        <pc:spChg chg="add mod ord">
          <ac:chgData name="Phillip Tette" userId="3f1da49f3d8e4c7d" providerId="LiveId" clId="{49AB0CEC-3222-45BB-A637-0D1A251A03CA}" dt="2023-02-23T02:34:14.787" v="354" actId="700"/>
          <ac:spMkLst>
            <pc:docMk/>
            <pc:sldMk cId="832007488" sldId="281"/>
            <ac:spMk id="5" creationId="{9BA3366F-83A8-C0AE-5B9D-9E3A7AAB2339}"/>
          </ac:spMkLst>
        </pc:spChg>
        <pc:spChg chg="add mod ord">
          <ac:chgData name="Phillip Tette" userId="3f1da49f3d8e4c7d" providerId="LiveId" clId="{49AB0CEC-3222-45BB-A637-0D1A251A03CA}" dt="2023-02-23T02:34:14.787" v="354" actId="700"/>
          <ac:spMkLst>
            <pc:docMk/>
            <pc:sldMk cId="832007488" sldId="281"/>
            <ac:spMk id="6" creationId="{480DA3C0-6D00-28CE-B46E-504DA2EC07B5}"/>
          </ac:spMkLst>
        </pc:spChg>
        <pc:spChg chg="add mod ord">
          <ac:chgData name="Phillip Tette" userId="3f1da49f3d8e4c7d" providerId="LiveId" clId="{49AB0CEC-3222-45BB-A637-0D1A251A03CA}" dt="2023-02-23T02:34:14.787" v="354" actId="700"/>
          <ac:spMkLst>
            <pc:docMk/>
            <pc:sldMk cId="832007488" sldId="281"/>
            <ac:spMk id="7" creationId="{8B842C61-9D36-DB82-68D1-7F04C836B3A4}"/>
          </ac:spMkLst>
        </pc:spChg>
      </pc:sldChg>
      <pc:sldChg chg="modSp add mod">
        <pc:chgData name="Phillip Tette" userId="3f1da49f3d8e4c7d" providerId="LiveId" clId="{49AB0CEC-3222-45BB-A637-0D1A251A03CA}" dt="2023-02-23T03:36:07.764" v="2252" actId="20577"/>
        <pc:sldMkLst>
          <pc:docMk/>
          <pc:sldMk cId="3477355615" sldId="281"/>
        </pc:sldMkLst>
        <pc:spChg chg="mod">
          <ac:chgData name="Phillip Tette" userId="3f1da49f3d8e4c7d" providerId="LiveId" clId="{49AB0CEC-3222-45BB-A637-0D1A251A03CA}" dt="2023-02-23T03:36:07.764" v="2252" actId="20577"/>
          <ac:spMkLst>
            <pc:docMk/>
            <pc:sldMk cId="3477355615" sldId="281"/>
            <ac:spMk id="2" creationId="{8687D9B0-8374-8867-89AE-3848CA5CF48B}"/>
          </ac:spMkLst>
        </pc:spChg>
        <pc:spChg chg="mod">
          <ac:chgData name="Phillip Tette" userId="3f1da49f3d8e4c7d" providerId="LiveId" clId="{49AB0CEC-3222-45BB-A637-0D1A251A03CA}" dt="2023-02-23T02:49:52.718" v="930" actId="14100"/>
          <ac:spMkLst>
            <pc:docMk/>
            <pc:sldMk cId="3477355615" sldId="281"/>
            <ac:spMk id="5" creationId="{53961B45-EC0C-7E11-13DE-AAC0014C8CC6}"/>
          </ac:spMkLst>
        </pc:spChg>
        <pc:spChg chg="mod">
          <ac:chgData name="Phillip Tette" userId="3f1da49f3d8e4c7d" providerId="LiveId" clId="{49AB0CEC-3222-45BB-A637-0D1A251A03CA}" dt="2023-02-23T02:51:13.399" v="965" actId="20577"/>
          <ac:spMkLst>
            <pc:docMk/>
            <pc:sldMk cId="3477355615" sldId="281"/>
            <ac:spMk id="6" creationId="{7EEF86C2-9D55-8BCE-4E38-C6C451C90E6F}"/>
          </ac:spMkLst>
        </pc:spChg>
      </pc:sldChg>
      <pc:sldChg chg="addSp delSp modSp new mod modClrScheme chgLayout">
        <pc:chgData name="Phillip Tette" userId="3f1da49f3d8e4c7d" providerId="LiveId" clId="{49AB0CEC-3222-45BB-A637-0D1A251A03CA}" dt="2023-02-23T02:56:33.833" v="1082" actId="20577"/>
        <pc:sldMkLst>
          <pc:docMk/>
          <pc:sldMk cId="148510685" sldId="282"/>
        </pc:sldMkLst>
        <pc:spChg chg="del mod ord">
          <ac:chgData name="Phillip Tette" userId="3f1da49f3d8e4c7d" providerId="LiveId" clId="{49AB0CEC-3222-45BB-A637-0D1A251A03CA}" dt="2023-02-23T02:54:07.320" v="982" actId="700"/>
          <ac:spMkLst>
            <pc:docMk/>
            <pc:sldMk cId="148510685" sldId="282"/>
            <ac:spMk id="2" creationId="{0A9546AA-916A-0DE4-08EC-F52A55601535}"/>
          </ac:spMkLst>
        </pc:spChg>
        <pc:spChg chg="del mod ord">
          <ac:chgData name="Phillip Tette" userId="3f1da49f3d8e4c7d" providerId="LiveId" clId="{49AB0CEC-3222-45BB-A637-0D1A251A03CA}" dt="2023-02-23T02:54:07.320" v="982" actId="700"/>
          <ac:spMkLst>
            <pc:docMk/>
            <pc:sldMk cId="148510685" sldId="282"/>
            <ac:spMk id="3" creationId="{92690422-828C-6395-7F5B-2656E9E3A907}"/>
          </ac:spMkLst>
        </pc:spChg>
        <pc:spChg chg="add mod ord">
          <ac:chgData name="Phillip Tette" userId="3f1da49f3d8e4c7d" providerId="LiveId" clId="{49AB0CEC-3222-45BB-A637-0D1A251A03CA}" dt="2023-02-23T02:54:20.466" v="1001" actId="20577"/>
          <ac:spMkLst>
            <pc:docMk/>
            <pc:sldMk cId="148510685" sldId="282"/>
            <ac:spMk id="4" creationId="{0F0999B3-4FA8-C468-1813-4FCE6DADDCA6}"/>
          </ac:spMkLst>
        </pc:spChg>
        <pc:spChg chg="add del mod ord">
          <ac:chgData name="Phillip Tette" userId="3f1da49f3d8e4c7d" providerId="LiveId" clId="{49AB0CEC-3222-45BB-A637-0D1A251A03CA}" dt="2023-02-23T02:54:30.542" v="1002"/>
          <ac:spMkLst>
            <pc:docMk/>
            <pc:sldMk cId="148510685" sldId="282"/>
            <ac:spMk id="5" creationId="{B5C3977D-C3A1-CE76-1EA3-C0DB4E4D1659}"/>
          </ac:spMkLst>
        </pc:spChg>
        <pc:spChg chg="add del mod ord">
          <ac:chgData name="Phillip Tette" userId="3f1da49f3d8e4c7d" providerId="LiveId" clId="{49AB0CEC-3222-45BB-A637-0D1A251A03CA}" dt="2023-02-23T02:54:40.379" v="1003"/>
          <ac:spMkLst>
            <pc:docMk/>
            <pc:sldMk cId="148510685" sldId="282"/>
            <ac:spMk id="6" creationId="{6515ACD4-FF1B-075E-CAE1-D6B5AD677926}"/>
          </ac:spMkLst>
        </pc:spChg>
        <pc:spChg chg="add mod">
          <ac:chgData name="Phillip Tette" userId="3f1da49f3d8e4c7d" providerId="LiveId" clId="{49AB0CEC-3222-45BB-A637-0D1A251A03CA}" dt="2023-02-23T02:56:24.800" v="1068" actId="20577"/>
          <ac:spMkLst>
            <pc:docMk/>
            <pc:sldMk cId="148510685" sldId="282"/>
            <ac:spMk id="9" creationId="{4EDE353A-F952-758E-AF43-0B683DE36828}"/>
          </ac:spMkLst>
        </pc:spChg>
        <pc:spChg chg="add mod">
          <ac:chgData name="Phillip Tette" userId="3f1da49f3d8e4c7d" providerId="LiveId" clId="{49AB0CEC-3222-45BB-A637-0D1A251A03CA}" dt="2023-02-23T02:56:33.833" v="1082" actId="20577"/>
          <ac:spMkLst>
            <pc:docMk/>
            <pc:sldMk cId="148510685" sldId="282"/>
            <ac:spMk id="10" creationId="{29388AD7-A234-8A00-944E-C22F0D793523}"/>
          </ac:spMkLst>
        </pc:spChg>
        <pc:picChg chg="add mod">
          <ac:chgData name="Phillip Tette" userId="3f1da49f3d8e4c7d" providerId="LiveId" clId="{49AB0CEC-3222-45BB-A637-0D1A251A03CA}" dt="2023-02-23T02:54:55.238" v="1007" actId="14100"/>
          <ac:picMkLst>
            <pc:docMk/>
            <pc:sldMk cId="148510685" sldId="282"/>
            <ac:picMk id="7" creationId="{49AC9584-522B-CEB9-25BB-C87F777FF2C1}"/>
          </ac:picMkLst>
        </pc:picChg>
        <pc:picChg chg="add mod">
          <ac:chgData name="Phillip Tette" userId="3f1da49f3d8e4c7d" providerId="LiveId" clId="{49AB0CEC-3222-45BB-A637-0D1A251A03CA}" dt="2023-02-23T02:55:01.352" v="1008" actId="14100"/>
          <ac:picMkLst>
            <pc:docMk/>
            <pc:sldMk cId="148510685" sldId="282"/>
            <ac:picMk id="8" creationId="{C2EEC45E-5380-ECD4-843C-89C23D9B7FC3}"/>
          </ac:picMkLst>
        </pc:picChg>
      </pc:sldChg>
      <pc:sldChg chg="modSp new mod ord">
        <pc:chgData name="Phillip Tette" userId="3f1da49f3d8e4c7d" providerId="LiveId" clId="{49AB0CEC-3222-45BB-A637-0D1A251A03CA}" dt="2023-02-23T03:38:54.764" v="2289" actId="12"/>
        <pc:sldMkLst>
          <pc:docMk/>
          <pc:sldMk cId="3754331178" sldId="283"/>
        </pc:sldMkLst>
        <pc:spChg chg="mod">
          <ac:chgData name="Phillip Tette" userId="3f1da49f3d8e4c7d" providerId="LiveId" clId="{49AB0CEC-3222-45BB-A637-0D1A251A03CA}" dt="2023-02-23T03:33:08.666" v="2245" actId="20577"/>
          <ac:spMkLst>
            <pc:docMk/>
            <pc:sldMk cId="3754331178" sldId="283"/>
            <ac:spMk id="2" creationId="{FADCBF87-7A19-C7EF-B7AF-7FD55546A832}"/>
          </ac:spMkLst>
        </pc:spChg>
        <pc:spChg chg="mod">
          <ac:chgData name="Phillip Tette" userId="3f1da49f3d8e4c7d" providerId="LiveId" clId="{49AB0CEC-3222-45BB-A637-0D1A251A03CA}" dt="2023-02-23T03:38:54.764" v="2289" actId="12"/>
          <ac:spMkLst>
            <pc:docMk/>
            <pc:sldMk cId="3754331178" sldId="283"/>
            <ac:spMk id="3" creationId="{E4E57E89-9EDE-E69E-ACBE-F062E1A69C5E}"/>
          </ac:spMkLst>
        </pc:spChg>
      </pc:sldChg>
      <pc:sldChg chg="new del">
        <pc:chgData name="Phillip Tette" userId="3f1da49f3d8e4c7d" providerId="LiveId" clId="{49AB0CEC-3222-45BB-A637-0D1A251A03CA}" dt="2023-02-23T03:38:24.464" v="2270" actId="47"/>
        <pc:sldMkLst>
          <pc:docMk/>
          <pc:sldMk cId="2908399709" sldId="284"/>
        </pc:sldMkLst>
      </pc:sldChg>
      <pc:sldChg chg="modSp add mod">
        <pc:chgData name="Phillip Tette" userId="3f1da49f3d8e4c7d" providerId="LiveId" clId="{49AB0CEC-3222-45BB-A637-0D1A251A03CA}" dt="2023-02-23T03:39:04.266" v="2296" actId="12"/>
        <pc:sldMkLst>
          <pc:docMk/>
          <pc:sldMk cId="3144092931" sldId="285"/>
        </pc:sldMkLst>
        <pc:spChg chg="mod">
          <ac:chgData name="Phillip Tette" userId="3f1da49f3d8e4c7d" providerId="LiveId" clId="{49AB0CEC-3222-45BB-A637-0D1A251A03CA}" dt="2023-02-23T03:39:04.266" v="2296" actId="12"/>
          <ac:spMkLst>
            <pc:docMk/>
            <pc:sldMk cId="3144092931" sldId="285"/>
            <ac:spMk id="3" creationId="{E4E57E89-9EDE-E69E-ACBE-F062E1A69C5E}"/>
          </ac:spMkLst>
        </pc:spChg>
      </pc:sldChg>
      <pc:sldMasterChg chg="modSp mod modSldLayout">
        <pc:chgData name="Phillip Tette" userId="3f1da49f3d8e4c7d" providerId="LiveId" clId="{49AB0CEC-3222-45BB-A637-0D1A251A03CA}" dt="2023-02-23T03:08:32.316" v="1812" actId="20577"/>
        <pc:sldMasterMkLst>
          <pc:docMk/>
          <pc:sldMasterMk cId="343654909" sldId="2147483660"/>
        </pc:sldMasterMkLst>
        <pc:spChg chg="mod">
          <ac:chgData name="Phillip Tette" userId="3f1da49f3d8e4c7d" providerId="LiveId" clId="{49AB0CEC-3222-45BB-A637-0D1A251A03CA}" dt="2023-02-23T02:23:21.554" v="108" actId="1076"/>
          <ac:spMkLst>
            <pc:docMk/>
            <pc:sldMasterMk cId="343654909" sldId="2147483660"/>
            <ac:spMk id="2" creationId="{00000000-0000-0000-0000-000000000000}"/>
          </ac:spMkLst>
        </pc:spChg>
        <pc:spChg chg="mod">
          <ac:chgData name="Phillip Tette" userId="3f1da49f3d8e4c7d" providerId="LiveId" clId="{49AB0CEC-3222-45BB-A637-0D1A251A03CA}" dt="2023-02-23T03:08:32.316" v="1812" actId="20577"/>
          <ac:spMkLst>
            <pc:docMk/>
            <pc:sldMasterMk cId="343654909" sldId="2147483660"/>
            <ac:spMk id="20" creationId="{05AE3218-5E90-4916-A5F6-E8CD99C93472}"/>
          </ac:spMkLst>
        </pc:spChg>
        <pc:sldLayoutChg chg="modSp mod">
          <pc:chgData name="Phillip Tette" userId="3f1da49f3d8e4c7d" providerId="LiveId" clId="{49AB0CEC-3222-45BB-A637-0D1A251A03CA}" dt="2023-02-23T02:22:53.765" v="106" actId="1076"/>
          <pc:sldLayoutMkLst>
            <pc:docMk/>
            <pc:sldMasterMk cId="343654909" sldId="2147483660"/>
            <pc:sldLayoutMk cId="3285246661" sldId="2147483669"/>
          </pc:sldLayoutMkLst>
          <pc:spChg chg="mod">
            <ac:chgData name="Phillip Tette" userId="3f1da49f3d8e4c7d" providerId="LiveId" clId="{49AB0CEC-3222-45BB-A637-0D1A251A03CA}" dt="2023-02-23T02:22:53.765" v="106" actId="1076"/>
            <ac:spMkLst>
              <pc:docMk/>
              <pc:sldMasterMk cId="343654909" sldId="2147483660"/>
              <pc:sldLayoutMk cId="3285246661" sldId="2147483669"/>
              <ac:spMk id="2" creationId="{E82B44BF-B6AB-42DE-B378-5EE86A491773}"/>
            </ac:spMkLst>
          </pc:spChg>
        </pc:sldLayoutChg>
        <pc:sldLayoutChg chg="delSp modSp mod">
          <pc:chgData name="Phillip Tette" userId="3f1da49f3d8e4c7d" providerId="LiveId" clId="{49AB0CEC-3222-45BB-A637-0D1A251A03CA}" dt="2023-02-23T02:21:18.292" v="103" actId="478"/>
          <pc:sldLayoutMkLst>
            <pc:docMk/>
            <pc:sldMasterMk cId="343654909" sldId="2147483660"/>
            <pc:sldLayoutMk cId="3327281580" sldId="2147483670"/>
          </pc:sldLayoutMkLst>
          <pc:spChg chg="del">
            <ac:chgData name="Phillip Tette" userId="3f1da49f3d8e4c7d" providerId="LiveId" clId="{49AB0CEC-3222-45BB-A637-0D1A251A03CA}" dt="2023-02-23T02:21:18.292" v="103" actId="478"/>
            <ac:spMkLst>
              <pc:docMk/>
              <pc:sldMasterMk cId="343654909" sldId="2147483660"/>
              <pc:sldLayoutMk cId="3327281580" sldId="2147483670"/>
              <ac:spMk id="4" creationId="{C2AD8CEB-8039-F1EA-4CCF-123ECE967B9C}"/>
            </ac:spMkLst>
          </pc:spChg>
          <pc:spChg chg="del">
            <ac:chgData name="Phillip Tette" userId="3f1da49f3d8e4c7d" providerId="LiveId" clId="{49AB0CEC-3222-45BB-A637-0D1A251A03CA}" dt="2023-02-23T02:21:18.292" v="103" actId="478"/>
            <ac:spMkLst>
              <pc:docMk/>
              <pc:sldMasterMk cId="343654909" sldId="2147483660"/>
              <pc:sldLayoutMk cId="3327281580" sldId="2147483670"/>
              <ac:spMk id="5" creationId="{857061FE-DDB8-1CFB-3810-6D16A0451566}"/>
            </ac:spMkLst>
          </pc:spChg>
          <pc:spChg chg="del mod">
            <ac:chgData name="Phillip Tette" userId="3f1da49f3d8e4c7d" providerId="LiveId" clId="{49AB0CEC-3222-45BB-A637-0D1A251A03CA}" dt="2023-02-23T02:21:18.292" v="103" actId="478"/>
            <ac:spMkLst>
              <pc:docMk/>
              <pc:sldMasterMk cId="343654909" sldId="2147483660"/>
              <pc:sldLayoutMk cId="3327281580" sldId="2147483670"/>
              <ac:spMk id="6" creationId="{774462A8-318C-1374-BBF6-E6982A073551}"/>
            </ac:spMkLst>
          </pc:spChg>
        </pc:sldLayoutChg>
      </pc:sldMasterChg>
    </pc:docChg>
  </pc:docChgLst>
  <pc:docChgLst>
    <pc:chgData name="Davis, Nathalie" userId="S::ndavis69@my.devry.edu::92edf9ba-6d19-41aa-8851-a3116e1b9904" providerId="AD" clId="Web-{F212CED6-E8DC-4099-B1F8-1D512A398374}"/>
    <pc:docChg chg="addSld modSld sldOrd">
      <pc:chgData name="Davis, Nathalie" userId="S::ndavis69@my.devry.edu::92edf9ba-6d19-41aa-8851-a3116e1b9904" providerId="AD" clId="Web-{F212CED6-E8DC-4099-B1F8-1D512A398374}" dt="2023-02-25T02:36:42.941" v="164" actId="20577"/>
      <pc:docMkLst>
        <pc:docMk/>
      </pc:docMkLst>
      <pc:sldChg chg="modSp">
        <pc:chgData name="Davis, Nathalie" userId="S::ndavis69@my.devry.edu::92edf9ba-6d19-41aa-8851-a3116e1b9904" providerId="AD" clId="Web-{F212CED6-E8DC-4099-B1F8-1D512A398374}" dt="2023-02-25T02:35:22.299" v="157" actId="1076"/>
        <pc:sldMkLst>
          <pc:docMk/>
          <pc:sldMk cId="1767353072" sldId="276"/>
        </pc:sldMkLst>
        <pc:spChg chg="mod">
          <ac:chgData name="Davis, Nathalie" userId="S::ndavis69@my.devry.edu::92edf9ba-6d19-41aa-8851-a3116e1b9904" providerId="AD" clId="Web-{F212CED6-E8DC-4099-B1F8-1D512A398374}" dt="2023-02-25T02:35:22.299" v="157" actId="1076"/>
          <ac:spMkLst>
            <pc:docMk/>
            <pc:sldMk cId="1767353072" sldId="276"/>
            <ac:spMk id="3" creationId="{55349D67-E6A3-4327-0BF8-0AE470BC6782}"/>
          </ac:spMkLst>
        </pc:spChg>
      </pc:sldChg>
      <pc:sldChg chg="ord">
        <pc:chgData name="Davis, Nathalie" userId="S::ndavis69@my.devry.edu::92edf9ba-6d19-41aa-8851-a3116e1b9904" providerId="AD" clId="Web-{F212CED6-E8DC-4099-B1F8-1D512A398374}" dt="2023-02-25T02:23:37.877" v="53"/>
        <pc:sldMkLst>
          <pc:docMk/>
          <pc:sldMk cId="1639055928" sldId="277"/>
        </pc:sldMkLst>
      </pc:sldChg>
      <pc:sldChg chg="ord">
        <pc:chgData name="Davis, Nathalie" userId="S::ndavis69@my.devry.edu::92edf9ba-6d19-41aa-8851-a3116e1b9904" providerId="AD" clId="Web-{F212CED6-E8DC-4099-B1F8-1D512A398374}" dt="2023-02-25T02:23:32.877" v="52"/>
        <pc:sldMkLst>
          <pc:docMk/>
          <pc:sldMk cId="627841624" sldId="278"/>
        </pc:sldMkLst>
      </pc:sldChg>
      <pc:sldChg chg="addSp modSp new ord">
        <pc:chgData name="Davis, Nathalie" userId="S::ndavis69@my.devry.edu::92edf9ba-6d19-41aa-8851-a3116e1b9904" providerId="AD" clId="Web-{F212CED6-E8DC-4099-B1F8-1D512A398374}" dt="2023-02-25T02:36:42.941" v="164" actId="20577"/>
        <pc:sldMkLst>
          <pc:docMk/>
          <pc:sldMk cId="67930396" sldId="286"/>
        </pc:sldMkLst>
        <pc:spChg chg="mod">
          <ac:chgData name="Davis, Nathalie" userId="S::ndavis69@my.devry.edu::92edf9ba-6d19-41aa-8851-a3116e1b9904" providerId="AD" clId="Web-{F212CED6-E8DC-4099-B1F8-1D512A398374}" dt="2023-02-25T02:23:13.704" v="50" actId="20577"/>
          <ac:spMkLst>
            <pc:docMk/>
            <pc:sldMk cId="67930396" sldId="286"/>
            <ac:spMk id="2" creationId="{FA7621D4-0D25-3D11-DF82-F693DE05ED6F}"/>
          </ac:spMkLst>
        </pc:spChg>
        <pc:spChg chg="mod">
          <ac:chgData name="Davis, Nathalie" userId="S::ndavis69@my.devry.edu::92edf9ba-6d19-41aa-8851-a3116e1b9904" providerId="AD" clId="Web-{F212CED6-E8DC-4099-B1F8-1D512A398374}" dt="2023-02-25T02:23:57.487" v="55" actId="20577"/>
          <ac:spMkLst>
            <pc:docMk/>
            <pc:sldMk cId="67930396" sldId="286"/>
            <ac:spMk id="3" creationId="{1ED9F72C-E985-DB11-B4D2-4A4114514D3A}"/>
          </ac:spMkLst>
        </pc:spChg>
        <pc:spChg chg="add mod">
          <ac:chgData name="Davis, Nathalie" userId="S::ndavis69@my.devry.edu::92edf9ba-6d19-41aa-8851-a3116e1b9904" providerId="AD" clId="Web-{F212CED6-E8DC-4099-B1F8-1D512A398374}" dt="2023-02-25T02:36:42.941" v="164" actId="20577"/>
          <ac:spMkLst>
            <pc:docMk/>
            <pc:sldMk cId="67930396" sldId="286"/>
            <ac:spMk id="4" creationId="{9EAE78C3-FD05-31B3-1060-66F1AF82D267}"/>
          </ac:spMkLst>
        </pc:spChg>
      </pc:sldChg>
      <pc:sldChg chg="modSp add replId">
        <pc:chgData name="Davis, Nathalie" userId="S::ndavis69@my.devry.edu::92edf9ba-6d19-41aa-8851-a3116e1b9904" providerId="AD" clId="Web-{F212CED6-E8DC-4099-B1F8-1D512A398374}" dt="2023-02-25T02:30:39.714" v="115" actId="20577"/>
        <pc:sldMkLst>
          <pc:docMk/>
          <pc:sldMk cId="1852447226" sldId="287"/>
        </pc:sldMkLst>
        <pc:spChg chg="mod">
          <ac:chgData name="Davis, Nathalie" userId="S::ndavis69@my.devry.edu::92edf9ba-6d19-41aa-8851-a3116e1b9904" providerId="AD" clId="Web-{F212CED6-E8DC-4099-B1F8-1D512A398374}" dt="2023-02-25T02:30:39.714" v="115" actId="20577"/>
          <ac:spMkLst>
            <pc:docMk/>
            <pc:sldMk cId="1852447226" sldId="287"/>
            <ac:spMk id="2" creationId="{FA7621D4-0D25-3D11-DF82-F693DE05ED6F}"/>
          </ac:spMkLst>
        </pc:spChg>
        <pc:spChg chg="mod">
          <ac:chgData name="Davis, Nathalie" userId="S::ndavis69@my.devry.edu::92edf9ba-6d19-41aa-8851-a3116e1b9904" providerId="AD" clId="Web-{F212CED6-E8DC-4099-B1F8-1D512A398374}" dt="2023-02-25T02:30:25.167" v="113" actId="20577"/>
          <ac:spMkLst>
            <pc:docMk/>
            <pc:sldMk cId="1852447226" sldId="287"/>
            <ac:spMk id="3" creationId="{1ED9F72C-E985-DB11-B4D2-4A4114514D3A}"/>
          </ac:spMkLst>
        </pc:spChg>
      </pc:sldChg>
      <pc:sldChg chg="modSp new">
        <pc:chgData name="Davis, Nathalie" userId="S::ndavis69@my.devry.edu::92edf9ba-6d19-41aa-8851-a3116e1b9904" providerId="AD" clId="Web-{F212CED6-E8DC-4099-B1F8-1D512A398374}" dt="2023-02-25T02:33:28.718" v="135" actId="20577"/>
        <pc:sldMkLst>
          <pc:docMk/>
          <pc:sldMk cId="2424480275" sldId="288"/>
        </pc:sldMkLst>
        <pc:spChg chg="mod">
          <ac:chgData name="Davis, Nathalie" userId="S::ndavis69@my.devry.edu::92edf9ba-6d19-41aa-8851-a3116e1b9904" providerId="AD" clId="Web-{F212CED6-E8DC-4099-B1F8-1D512A398374}" dt="2023-02-25T02:31:49.278" v="120" actId="20577"/>
          <ac:spMkLst>
            <pc:docMk/>
            <pc:sldMk cId="2424480275" sldId="288"/>
            <ac:spMk id="2" creationId="{26F9D8D8-1188-F290-7312-9B3C792B6B01}"/>
          </ac:spMkLst>
        </pc:spChg>
        <pc:spChg chg="mod">
          <ac:chgData name="Davis, Nathalie" userId="S::ndavis69@my.devry.edu::92edf9ba-6d19-41aa-8851-a3116e1b9904" providerId="AD" clId="Web-{F212CED6-E8DC-4099-B1F8-1D512A398374}" dt="2023-02-25T02:33:28.718" v="135" actId="20577"/>
          <ac:spMkLst>
            <pc:docMk/>
            <pc:sldMk cId="2424480275" sldId="288"/>
            <ac:spMk id="3" creationId="{1456F621-344C-11D6-115B-45399420F4EB}"/>
          </ac:spMkLst>
        </pc:spChg>
      </pc:sldChg>
      <pc:sldChg chg="modSp new">
        <pc:chgData name="Davis, Nathalie" userId="S::ndavis69@my.devry.edu::92edf9ba-6d19-41aa-8851-a3116e1b9904" providerId="AD" clId="Web-{F212CED6-E8DC-4099-B1F8-1D512A398374}" dt="2023-02-25T02:33:14.061" v="133" actId="20577"/>
        <pc:sldMkLst>
          <pc:docMk/>
          <pc:sldMk cId="1028433079" sldId="289"/>
        </pc:sldMkLst>
        <pc:spChg chg="mod">
          <ac:chgData name="Davis, Nathalie" userId="S::ndavis69@my.devry.edu::92edf9ba-6d19-41aa-8851-a3116e1b9904" providerId="AD" clId="Web-{F212CED6-E8DC-4099-B1F8-1D512A398374}" dt="2023-02-25T02:31:56.419" v="121" actId="20577"/>
          <ac:spMkLst>
            <pc:docMk/>
            <pc:sldMk cId="1028433079" sldId="289"/>
            <ac:spMk id="2" creationId="{99C5868E-0E67-5F86-C0A8-216DA4A353BD}"/>
          </ac:spMkLst>
        </pc:spChg>
        <pc:spChg chg="mod">
          <ac:chgData name="Davis, Nathalie" userId="S::ndavis69@my.devry.edu::92edf9ba-6d19-41aa-8851-a3116e1b9904" providerId="AD" clId="Web-{F212CED6-E8DC-4099-B1F8-1D512A398374}" dt="2023-02-25T02:33:14.061" v="133" actId="20577"/>
          <ac:spMkLst>
            <pc:docMk/>
            <pc:sldMk cId="1028433079" sldId="289"/>
            <ac:spMk id="3" creationId="{75D6A648-7A6C-9E6E-B230-096251C9A258}"/>
          </ac:spMkLst>
        </pc:spChg>
      </pc:sldChg>
      <pc:sldChg chg="modSp new">
        <pc:chgData name="Davis, Nathalie" userId="S::ndavis69@my.devry.edu::92edf9ba-6d19-41aa-8851-a3116e1b9904" providerId="AD" clId="Web-{F212CED6-E8DC-4099-B1F8-1D512A398374}" dt="2023-02-25T02:32:56.233" v="131" actId="14100"/>
        <pc:sldMkLst>
          <pc:docMk/>
          <pc:sldMk cId="1379506908" sldId="290"/>
        </pc:sldMkLst>
        <pc:spChg chg="mod">
          <ac:chgData name="Davis, Nathalie" userId="S::ndavis69@my.devry.edu::92edf9ba-6d19-41aa-8851-a3116e1b9904" providerId="AD" clId="Web-{F212CED6-E8DC-4099-B1F8-1D512A398374}" dt="2023-02-25T02:32:00.919" v="122" actId="20577"/>
          <ac:spMkLst>
            <pc:docMk/>
            <pc:sldMk cId="1379506908" sldId="290"/>
            <ac:spMk id="2" creationId="{F9A7F429-745B-0AC5-5A04-6CE0E6AC7CAD}"/>
          </ac:spMkLst>
        </pc:spChg>
        <pc:spChg chg="mod">
          <ac:chgData name="Davis, Nathalie" userId="S::ndavis69@my.devry.edu::92edf9ba-6d19-41aa-8851-a3116e1b9904" providerId="AD" clId="Web-{F212CED6-E8DC-4099-B1F8-1D512A398374}" dt="2023-02-25T02:32:56.233" v="131" actId="14100"/>
          <ac:spMkLst>
            <pc:docMk/>
            <pc:sldMk cId="1379506908" sldId="290"/>
            <ac:spMk id="3" creationId="{0A7084E9-CE31-7CB7-3BE0-09429B8531DB}"/>
          </ac:spMkLst>
        </pc:spChg>
      </pc:sldChg>
      <pc:sldChg chg="modSp new">
        <pc:chgData name="Davis, Nathalie" userId="S::ndavis69@my.devry.edu::92edf9ba-6d19-41aa-8851-a3116e1b9904" providerId="AD" clId="Web-{F212CED6-E8DC-4099-B1F8-1D512A398374}" dt="2023-02-25T02:32:38.920" v="127" actId="14100"/>
        <pc:sldMkLst>
          <pc:docMk/>
          <pc:sldMk cId="931336923" sldId="291"/>
        </pc:sldMkLst>
        <pc:spChg chg="mod">
          <ac:chgData name="Davis, Nathalie" userId="S::ndavis69@my.devry.edu::92edf9ba-6d19-41aa-8851-a3116e1b9904" providerId="AD" clId="Web-{F212CED6-E8DC-4099-B1F8-1D512A398374}" dt="2023-02-25T02:32:05.435" v="123" actId="20577"/>
          <ac:spMkLst>
            <pc:docMk/>
            <pc:sldMk cId="931336923" sldId="291"/>
            <ac:spMk id="2" creationId="{9846909C-6B4E-31D7-A049-08C2DA7738D7}"/>
          </ac:spMkLst>
        </pc:spChg>
        <pc:spChg chg="mod">
          <ac:chgData name="Davis, Nathalie" userId="S::ndavis69@my.devry.edu::92edf9ba-6d19-41aa-8851-a3116e1b9904" providerId="AD" clId="Web-{F212CED6-E8DC-4099-B1F8-1D512A398374}" dt="2023-02-25T02:32:38.920" v="127" actId="14100"/>
          <ac:spMkLst>
            <pc:docMk/>
            <pc:sldMk cId="931336923" sldId="291"/>
            <ac:spMk id="3" creationId="{6E2716D0-D3B4-52AA-E718-F65E7259D959}"/>
          </ac:spMkLst>
        </pc:spChg>
      </pc:sldChg>
      <pc:sldChg chg="modSp new ord">
        <pc:chgData name="Davis, Nathalie" userId="S::ndavis69@my.devry.edu::92edf9ba-6d19-41aa-8851-a3116e1b9904" providerId="AD" clId="Web-{F212CED6-E8DC-4099-B1F8-1D512A398374}" dt="2023-02-25T02:32:15.623" v="124" actId="20577"/>
        <pc:sldMkLst>
          <pc:docMk/>
          <pc:sldMk cId="2469598262" sldId="292"/>
        </pc:sldMkLst>
        <pc:spChg chg="mod">
          <ac:chgData name="Davis, Nathalie" userId="S::ndavis69@my.devry.edu::92edf9ba-6d19-41aa-8851-a3116e1b9904" providerId="AD" clId="Web-{F212CED6-E8DC-4099-B1F8-1D512A398374}" dt="2023-02-25T02:32:15.623" v="124" actId="20577"/>
          <ac:spMkLst>
            <pc:docMk/>
            <pc:sldMk cId="2469598262" sldId="292"/>
            <ac:spMk id="2" creationId="{9699B84F-8B72-395A-E3E0-7C581DBB2983}"/>
          </ac:spMkLst>
        </pc:spChg>
        <pc:spChg chg="mod">
          <ac:chgData name="Davis, Nathalie" userId="S::ndavis69@my.devry.edu::92edf9ba-6d19-41aa-8851-a3116e1b9904" providerId="AD" clId="Web-{F212CED6-E8DC-4099-B1F8-1D512A398374}" dt="2023-02-25T02:31:22.262" v="119" actId="20577"/>
          <ac:spMkLst>
            <pc:docMk/>
            <pc:sldMk cId="2469598262" sldId="292"/>
            <ac:spMk id="3" creationId="{89A6153C-6011-6A2B-F678-8AC0AF1A06B7}"/>
          </ac:spMkLst>
        </pc:spChg>
      </pc:sldChg>
    </pc:docChg>
  </pc:docChgLst>
  <pc:docChgLst>
    <pc:chgData name="Davis, Nathalie" userId="S::ndavis69@my.devry.edu::92edf9ba-6d19-41aa-8851-a3116e1b9904" providerId="AD" clId="Web-{5BFD784F-4E38-47B7-8366-0957A366999C}"/>
    <pc:docChg chg="modSld">
      <pc:chgData name="Davis, Nathalie" userId="S::ndavis69@my.devry.edu::92edf9ba-6d19-41aa-8851-a3116e1b9904" providerId="AD" clId="Web-{5BFD784F-4E38-47B7-8366-0957A366999C}" dt="2023-02-25T02:44:51.910" v="9" actId="20577"/>
      <pc:docMkLst>
        <pc:docMk/>
      </pc:docMkLst>
      <pc:sldChg chg="modSp">
        <pc:chgData name="Davis, Nathalie" userId="S::ndavis69@my.devry.edu::92edf9ba-6d19-41aa-8851-a3116e1b9904" providerId="AD" clId="Web-{5BFD784F-4E38-47B7-8366-0957A366999C}" dt="2023-02-25T02:44:51.910" v="9" actId="20577"/>
        <pc:sldMkLst>
          <pc:docMk/>
          <pc:sldMk cId="1767353072" sldId="276"/>
        </pc:sldMkLst>
        <pc:spChg chg="mod">
          <ac:chgData name="Davis, Nathalie" userId="S::ndavis69@my.devry.edu::92edf9ba-6d19-41aa-8851-a3116e1b9904" providerId="AD" clId="Web-{5BFD784F-4E38-47B7-8366-0957A366999C}" dt="2023-02-25T02:44:51.910" v="9" actId="20577"/>
          <ac:spMkLst>
            <pc:docMk/>
            <pc:sldMk cId="1767353072" sldId="276"/>
            <ac:spMk id="3" creationId="{55349D67-E6A3-4327-0BF8-0AE470BC6782}"/>
          </ac:spMkLst>
        </pc:spChg>
      </pc:sldChg>
      <pc:sldChg chg="modSp">
        <pc:chgData name="Davis, Nathalie" userId="S::ndavis69@my.devry.edu::92edf9ba-6d19-41aa-8851-a3116e1b9904" providerId="AD" clId="Web-{5BFD784F-4E38-47B7-8366-0957A366999C}" dt="2023-02-25T02:43:11.720" v="4" actId="20577"/>
        <pc:sldMkLst>
          <pc:docMk/>
          <pc:sldMk cId="1852447226" sldId="287"/>
        </pc:sldMkLst>
        <pc:spChg chg="mod">
          <ac:chgData name="Davis, Nathalie" userId="S::ndavis69@my.devry.edu::92edf9ba-6d19-41aa-8851-a3116e1b9904" providerId="AD" clId="Web-{5BFD784F-4E38-47B7-8366-0957A366999C}" dt="2023-02-25T02:43:11.720" v="4" actId="20577"/>
          <ac:spMkLst>
            <pc:docMk/>
            <pc:sldMk cId="1852447226" sldId="287"/>
            <ac:spMk id="3" creationId="{1ED9F72C-E985-DB11-B4D2-4A4114514D3A}"/>
          </ac:spMkLst>
        </pc:spChg>
      </pc:sldChg>
    </pc:docChg>
  </pc:docChgLst>
  <pc:docChgLst>
    <pc:chgData name="Moralewski, Kamil" userId="S::kmoralewski@my.devry.edu::9665b5b4-e9f5-408c-9820-c4cd8a5f9971" providerId="AD" clId="Web-{21680B2F-025C-4FB6-9ECF-9E6745F36D29}"/>
    <pc:docChg chg="modSld">
      <pc:chgData name="Moralewski, Kamil" userId="S::kmoralewski@my.devry.edu::9665b5b4-e9f5-408c-9820-c4cd8a5f9971" providerId="AD" clId="Web-{21680B2F-025C-4FB6-9ECF-9E6745F36D29}" dt="2023-02-25T17:01:08.162" v="6" actId="20577"/>
      <pc:docMkLst>
        <pc:docMk/>
      </pc:docMkLst>
      <pc:sldChg chg="modSp">
        <pc:chgData name="Moralewski, Kamil" userId="S::kmoralewski@my.devry.edu::9665b5b4-e9f5-408c-9820-c4cd8a5f9971" providerId="AD" clId="Web-{21680B2F-025C-4FB6-9ECF-9E6745F36D29}" dt="2023-02-25T17:01:08.162" v="6" actId="20577"/>
        <pc:sldMkLst>
          <pc:docMk/>
          <pc:sldMk cId="1639055928" sldId="277"/>
        </pc:sldMkLst>
        <pc:spChg chg="mod">
          <ac:chgData name="Moralewski, Kamil" userId="S::kmoralewski@my.devry.edu::9665b5b4-e9f5-408c-9820-c4cd8a5f9971" providerId="AD" clId="Web-{21680B2F-025C-4FB6-9ECF-9E6745F36D29}" dt="2023-02-25T17:01:08.162" v="6" actId="20577"/>
          <ac:spMkLst>
            <pc:docMk/>
            <pc:sldMk cId="1639055928" sldId="277"/>
            <ac:spMk id="3" creationId="{AD193EED-BBBE-D380-5C4D-CAF3D502335A}"/>
          </ac:spMkLst>
        </pc:spChg>
      </pc:sldChg>
    </pc:docChg>
  </pc:docChgLst>
  <pc:docChgLst>
    <pc:chgData name="Phillip Tette" userId="3f1da49f3d8e4c7d" providerId="LiveId" clId="{EC7AEDCF-8763-417C-BD9A-E0599FE0728E}"/>
    <pc:docChg chg="undo custSel addSld delSld modSld">
      <pc:chgData name="Phillip Tette" userId="3f1da49f3d8e4c7d" providerId="LiveId" clId="{EC7AEDCF-8763-417C-BD9A-E0599FE0728E}" dt="2023-02-25T23:37:44.490" v="1424" actId="20577"/>
      <pc:docMkLst>
        <pc:docMk/>
      </pc:docMkLst>
      <pc:sldChg chg="modSp mod">
        <pc:chgData name="Phillip Tette" userId="3f1da49f3d8e4c7d" providerId="LiveId" clId="{EC7AEDCF-8763-417C-BD9A-E0599FE0728E}" dt="2023-02-25T23:15:13.985" v="18" actId="1076"/>
        <pc:sldMkLst>
          <pc:docMk/>
          <pc:sldMk cId="1767353072" sldId="276"/>
        </pc:sldMkLst>
        <pc:spChg chg="mod">
          <ac:chgData name="Phillip Tette" userId="3f1da49f3d8e4c7d" providerId="LiveId" clId="{EC7AEDCF-8763-417C-BD9A-E0599FE0728E}" dt="2023-02-25T23:15:13.985" v="18" actId="1076"/>
          <ac:spMkLst>
            <pc:docMk/>
            <pc:sldMk cId="1767353072" sldId="276"/>
            <ac:spMk id="3" creationId="{55349D67-E6A3-4327-0BF8-0AE470BC6782}"/>
          </ac:spMkLst>
        </pc:spChg>
      </pc:sldChg>
      <pc:sldChg chg="modSp mod">
        <pc:chgData name="Phillip Tette" userId="3f1da49f3d8e4c7d" providerId="LiveId" clId="{EC7AEDCF-8763-417C-BD9A-E0599FE0728E}" dt="2023-02-25T23:37:44.490" v="1424" actId="20577"/>
        <pc:sldMkLst>
          <pc:docMk/>
          <pc:sldMk cId="627841624" sldId="278"/>
        </pc:sldMkLst>
        <pc:spChg chg="mod">
          <ac:chgData name="Phillip Tette" userId="3f1da49f3d8e4c7d" providerId="LiveId" clId="{EC7AEDCF-8763-417C-BD9A-E0599FE0728E}" dt="2023-02-25T23:37:44.490" v="1424" actId="20577"/>
          <ac:spMkLst>
            <pc:docMk/>
            <pc:sldMk cId="627841624" sldId="278"/>
            <ac:spMk id="3" creationId="{510032A4-61E8-E005-44D1-0285100D616E}"/>
          </ac:spMkLst>
        </pc:spChg>
      </pc:sldChg>
      <pc:sldChg chg="del">
        <pc:chgData name="Phillip Tette" userId="3f1da49f3d8e4c7d" providerId="LiveId" clId="{EC7AEDCF-8763-417C-BD9A-E0599FE0728E}" dt="2023-02-25T23:12:43.967" v="0" actId="47"/>
        <pc:sldMkLst>
          <pc:docMk/>
          <pc:sldMk cId="3754331178" sldId="283"/>
        </pc:sldMkLst>
      </pc:sldChg>
      <pc:sldChg chg="del">
        <pc:chgData name="Phillip Tette" userId="3f1da49f3d8e4c7d" providerId="LiveId" clId="{EC7AEDCF-8763-417C-BD9A-E0599FE0728E}" dt="2023-02-25T23:12:51.863" v="1" actId="47"/>
        <pc:sldMkLst>
          <pc:docMk/>
          <pc:sldMk cId="3144092931" sldId="285"/>
        </pc:sldMkLst>
      </pc:sldChg>
      <pc:sldChg chg="del">
        <pc:chgData name="Phillip Tette" userId="3f1da49f3d8e4c7d" providerId="LiveId" clId="{EC7AEDCF-8763-417C-BD9A-E0599FE0728E}" dt="2023-02-25T23:14:31.841" v="7" actId="47"/>
        <pc:sldMkLst>
          <pc:docMk/>
          <pc:sldMk cId="67930396" sldId="286"/>
        </pc:sldMkLst>
      </pc:sldChg>
      <pc:sldChg chg="new del">
        <pc:chgData name="Phillip Tette" userId="3f1da49f3d8e4c7d" providerId="LiveId" clId="{EC7AEDCF-8763-417C-BD9A-E0599FE0728E}" dt="2023-02-25T23:20:17.900" v="20" actId="2696"/>
        <pc:sldMkLst>
          <pc:docMk/>
          <pc:sldMk cId="1043863248" sldId="288"/>
        </pc:sldMkLst>
      </pc:sldChg>
      <pc:sldChg chg="del">
        <pc:chgData name="Phillip Tette" userId="3f1da49f3d8e4c7d" providerId="LiveId" clId="{EC7AEDCF-8763-417C-BD9A-E0599FE0728E}" dt="2023-02-25T23:14:10.432" v="2" actId="47"/>
        <pc:sldMkLst>
          <pc:docMk/>
          <pc:sldMk cId="2424480275" sldId="288"/>
        </pc:sldMkLst>
      </pc:sldChg>
      <pc:sldChg chg="del">
        <pc:chgData name="Phillip Tette" userId="3f1da49f3d8e4c7d" providerId="LiveId" clId="{EC7AEDCF-8763-417C-BD9A-E0599FE0728E}" dt="2023-02-25T23:14:12.207" v="3" actId="47"/>
        <pc:sldMkLst>
          <pc:docMk/>
          <pc:sldMk cId="1028433079" sldId="289"/>
        </pc:sldMkLst>
      </pc:sldChg>
      <pc:sldChg chg="del">
        <pc:chgData name="Phillip Tette" userId="3f1da49f3d8e4c7d" providerId="LiveId" clId="{EC7AEDCF-8763-417C-BD9A-E0599FE0728E}" dt="2023-02-25T23:14:12.894" v="4" actId="47"/>
        <pc:sldMkLst>
          <pc:docMk/>
          <pc:sldMk cId="1379506908" sldId="290"/>
        </pc:sldMkLst>
      </pc:sldChg>
      <pc:sldChg chg="del">
        <pc:chgData name="Phillip Tette" userId="3f1da49f3d8e4c7d" providerId="LiveId" clId="{EC7AEDCF-8763-417C-BD9A-E0599FE0728E}" dt="2023-02-25T23:14:15.046" v="5" actId="47"/>
        <pc:sldMkLst>
          <pc:docMk/>
          <pc:sldMk cId="931336923" sldId="291"/>
        </pc:sldMkLst>
      </pc:sldChg>
      <pc:sldChg chg="del">
        <pc:chgData name="Phillip Tette" userId="3f1da49f3d8e4c7d" providerId="LiveId" clId="{EC7AEDCF-8763-417C-BD9A-E0599FE0728E}" dt="2023-02-25T23:14:17.952" v="6" actId="47"/>
        <pc:sldMkLst>
          <pc:docMk/>
          <pc:sldMk cId="2469598262" sldId="29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C0B1D3-9E75-4A29-B207-67E286549B7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EE4BB4A-D76B-426A-8D4D-9EA9BE4224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DF47AF-E882-44C0-9D52-5A97B45B988E}" type="datetimeFigureOut">
              <a:rPr lang="en-US" smtClean="0"/>
              <a:t>2/25/2023</a:t>
            </a:fld>
            <a:endParaRPr lang="en-US"/>
          </a:p>
        </p:txBody>
      </p:sp>
      <p:sp>
        <p:nvSpPr>
          <p:cNvPr id="4" name="Footer Placeholder 3">
            <a:extLst>
              <a:ext uri="{FF2B5EF4-FFF2-40B4-BE49-F238E27FC236}">
                <a16:creationId xmlns:a16="http://schemas.microsoft.com/office/drawing/2014/main" id="{A882DE90-A653-49C1-A655-C4A4EB4278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F06BAFD-9627-43C2-BB81-037BBC6AD96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85FB48-7B8F-4717-BD36-F0EF9D8DCD15}" type="slidenum">
              <a:rPr lang="en-US" smtClean="0"/>
              <a:t>‹#›</a:t>
            </a:fld>
            <a:endParaRPr lang="en-US"/>
          </a:p>
        </p:txBody>
      </p:sp>
    </p:spTree>
    <p:extLst>
      <p:ext uri="{BB962C8B-B14F-4D97-AF65-F5344CB8AC3E}">
        <p14:creationId xmlns:p14="http://schemas.microsoft.com/office/powerpoint/2010/main" val="356598210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44BF-B6AB-42DE-B378-5EE86A491773}"/>
              </a:ext>
            </a:extLst>
          </p:cNvPr>
          <p:cNvSpPr>
            <a:spLocks noGrp="1"/>
          </p:cNvSpPr>
          <p:nvPr>
            <p:ph type="title" hasCustomPrompt="1"/>
          </p:nvPr>
        </p:nvSpPr>
        <p:spPr>
          <a:xfrm>
            <a:off x="1773936" y="70613"/>
            <a:ext cx="8458200" cy="1226249"/>
          </a:xfrm>
        </p:spPr>
        <p:txBody>
          <a:bodyPr/>
          <a:lstStyle>
            <a:lvl1pPr>
              <a:defRPr/>
            </a:lvl1pPr>
          </a:lstStyle>
          <a:p>
            <a:r>
              <a:rPr lang="en-US" dirty="0"/>
              <a:t>DeVry University</a:t>
            </a:r>
          </a:p>
        </p:txBody>
      </p:sp>
      <p:sp>
        <p:nvSpPr>
          <p:cNvPr id="4" name="Subtitle 2">
            <a:extLst>
              <a:ext uri="{FF2B5EF4-FFF2-40B4-BE49-F238E27FC236}">
                <a16:creationId xmlns:a16="http://schemas.microsoft.com/office/drawing/2014/main" id="{B0B12755-765B-495D-A004-B94C107C1762}"/>
              </a:ext>
            </a:extLst>
          </p:cNvPr>
          <p:cNvSpPr>
            <a:spLocks noGrp="1"/>
          </p:cNvSpPr>
          <p:nvPr>
            <p:ph type="subTitle" idx="10" hasCustomPrompt="1"/>
          </p:nvPr>
        </p:nvSpPr>
        <p:spPr>
          <a:xfrm>
            <a:off x="6705837" y="3965138"/>
            <a:ext cx="4571571" cy="692625"/>
          </a:xfrm>
        </p:spPr>
        <p:txBody>
          <a:bodyPr/>
          <a:lstStyle>
            <a:lvl1pPr marL="0" indent="0" algn="r">
              <a:buNone/>
              <a:defRPr sz="24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Module #</a:t>
            </a:r>
          </a:p>
        </p:txBody>
      </p:sp>
      <p:sp>
        <p:nvSpPr>
          <p:cNvPr id="5" name="Title 1">
            <a:extLst>
              <a:ext uri="{FF2B5EF4-FFF2-40B4-BE49-F238E27FC236}">
                <a16:creationId xmlns:a16="http://schemas.microsoft.com/office/drawing/2014/main" id="{311B5DC9-D0F2-4895-A172-1406F090BC2F}"/>
              </a:ext>
            </a:extLst>
          </p:cNvPr>
          <p:cNvSpPr txBox="1">
            <a:spLocks/>
          </p:cNvSpPr>
          <p:nvPr userDrawn="1"/>
        </p:nvSpPr>
        <p:spPr>
          <a:xfrm>
            <a:off x="4880915" y="2215803"/>
            <a:ext cx="6402467" cy="1234440"/>
          </a:xfrm>
          <a:prstGeom prst="rect">
            <a:avLst/>
          </a:prstGeom>
        </p:spPr>
        <p:txBody>
          <a:bodyPr vert="horz" wrap="square" lIns="0" tIns="0" rIns="0" bIns="0" rtlCol="0" anchor="ctr">
            <a:noAutofit/>
          </a:bodyPr>
          <a:lstStyle>
            <a:lvl1pPr algn="r" defTabSz="685800" rtl="0" eaLnBrk="1" latinLnBrk="0" hangingPunct="1">
              <a:lnSpc>
                <a:spcPct val="90000"/>
              </a:lnSpc>
              <a:spcBef>
                <a:spcPct val="0"/>
              </a:spcBef>
              <a:buNone/>
              <a:defRPr sz="3600" b="0" kern="1200" cap="none" baseline="0">
                <a:solidFill>
                  <a:srgbClr val="003D79"/>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85246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ub_Tit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951C415-1758-4709-B881-2226BDD77675}"/>
              </a:ext>
            </a:extLst>
          </p:cNvPr>
          <p:cNvSpPr>
            <a:spLocks noGrp="1"/>
          </p:cNvSpPr>
          <p:nvPr>
            <p:ph type="title"/>
          </p:nvPr>
        </p:nvSpPr>
        <p:spPr>
          <a:xfrm>
            <a:off x="4880915" y="2215803"/>
            <a:ext cx="6402467" cy="1234440"/>
          </a:xfrm>
        </p:spPr>
        <p:txBody>
          <a:bodyPr wrap="square" anchor="ctr"/>
          <a:lstStyle>
            <a:lvl1pPr algn="r">
              <a:defRPr sz="3600" b="0" cap="none" baseline="0"/>
            </a:lvl1pPr>
          </a:lstStyle>
          <a:p>
            <a:r>
              <a:rPr lang="en-US" dirty="0"/>
              <a:t>Click to edit Master title style</a:t>
            </a:r>
          </a:p>
        </p:txBody>
      </p:sp>
      <p:sp>
        <p:nvSpPr>
          <p:cNvPr id="18" name="Subtitle 2">
            <a:extLst>
              <a:ext uri="{FF2B5EF4-FFF2-40B4-BE49-F238E27FC236}">
                <a16:creationId xmlns:a16="http://schemas.microsoft.com/office/drawing/2014/main" id="{D3E7AD3F-3FDE-4507-9220-21B91DF9C015}"/>
              </a:ext>
            </a:extLst>
          </p:cNvPr>
          <p:cNvSpPr>
            <a:spLocks noGrp="1"/>
          </p:cNvSpPr>
          <p:nvPr>
            <p:ph type="subTitle" idx="10" hasCustomPrompt="1"/>
          </p:nvPr>
        </p:nvSpPr>
        <p:spPr>
          <a:xfrm>
            <a:off x="6705837" y="3965138"/>
            <a:ext cx="4571571" cy="692625"/>
          </a:xfrm>
        </p:spPr>
        <p:txBody>
          <a:bodyPr/>
          <a:lstStyle>
            <a:lvl1pPr marL="0" indent="0" algn="r">
              <a:buNone/>
              <a:defRPr sz="24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Module #</a:t>
            </a:r>
          </a:p>
        </p:txBody>
      </p:sp>
      <p:sp>
        <p:nvSpPr>
          <p:cNvPr id="9" name="TextBox 8">
            <a:extLst>
              <a:ext uri="{FF2B5EF4-FFF2-40B4-BE49-F238E27FC236}">
                <a16:creationId xmlns:a16="http://schemas.microsoft.com/office/drawing/2014/main" id="{05AE3218-5E90-4916-A5F6-E8CD99C93472}"/>
              </a:ext>
            </a:extLst>
          </p:cNvPr>
          <p:cNvSpPr txBox="1"/>
          <p:nvPr userDrawn="1"/>
        </p:nvSpPr>
        <p:spPr>
          <a:xfrm>
            <a:off x="7772400" y="6492240"/>
            <a:ext cx="3523479" cy="214609"/>
          </a:xfrm>
          <a:prstGeom prst="rect">
            <a:avLst/>
          </a:prstGeom>
          <a:noFill/>
        </p:spPr>
        <p:txBody>
          <a:bodyPr wrap="square" lIns="0" tIns="0" rIns="0" bIns="0" rtlCol="0">
            <a:no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1" lang="en-US" sz="900" b="1" i="0" u="none" strike="noStrike" kern="1200" cap="none" spc="0" normalizeH="0" baseline="0" noProof="0" dirty="0">
                <a:ln>
                  <a:noFill/>
                </a:ln>
                <a:solidFill>
                  <a:srgbClr val="C6C6C8">
                    <a:lumMod val="75000"/>
                  </a:srgbClr>
                </a:solidFill>
                <a:effectLst/>
                <a:uLnTx/>
                <a:uFillTx/>
                <a:latin typeface="Times New Roman" pitchFamily="18" charset="0"/>
                <a:ea typeface="+mn-ea"/>
                <a:cs typeface="+mn-cs"/>
              </a:rPr>
              <a:t>Last changed: </a:t>
            </a:r>
            <a:fld id="{0F776126-259C-4E0E-BD8F-0FDF7D5311FC}" type="datetime9">
              <a:rPr kumimoji="1" lang="en-US" sz="900" b="1" i="0" u="none" strike="noStrike" kern="1200" cap="none" spc="0" normalizeH="0" baseline="0" noProof="0" smtClean="0">
                <a:ln>
                  <a:noFill/>
                </a:ln>
                <a:solidFill>
                  <a:srgbClr val="C6C6C8">
                    <a:lumMod val="75000"/>
                  </a:srgbClr>
                </a:solidFill>
                <a:effectLst/>
                <a:uLnTx/>
                <a:uFillTx/>
                <a:latin typeface="Times New Roman" pitchFamily="18" charset="0"/>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2/25/2023 2:56:53 PM</a:t>
            </a:fld>
            <a:endParaRPr kumimoji="1" lang="en-US" sz="900" b="1" i="0" u="none" strike="noStrike" kern="1200" cap="none" spc="0" normalizeH="0" baseline="0" noProof="0" dirty="0">
              <a:ln>
                <a:noFill/>
              </a:ln>
              <a:solidFill>
                <a:srgbClr val="C6C6C8">
                  <a:lumMod val="75000"/>
                </a:srgbClr>
              </a:solidFill>
              <a:effectLst/>
              <a:uLnTx/>
              <a:uFillTx/>
              <a:latin typeface="Times New Roman" pitchFamily="18" charset="0"/>
              <a:ea typeface="+mn-ea"/>
              <a:cs typeface="+mn-cs"/>
            </a:endParaRPr>
          </a:p>
        </p:txBody>
      </p:sp>
      <p:pic>
        <p:nvPicPr>
          <p:cNvPr id="8" name="Picture 7">
            <a:extLst>
              <a:ext uri="{FF2B5EF4-FFF2-40B4-BE49-F238E27FC236}">
                <a16:creationId xmlns:a16="http://schemas.microsoft.com/office/drawing/2014/main" id="{FD6681AB-AF3F-4F8B-BF55-BFDC82AB2D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73152"/>
            <a:ext cx="1229039" cy="1229039"/>
          </a:xfrm>
          <a:prstGeom prst="rect">
            <a:avLst/>
          </a:prstGeom>
        </p:spPr>
      </p:pic>
      <p:cxnSp>
        <p:nvCxnSpPr>
          <p:cNvPr id="10" name="Shape 16">
            <a:extLst>
              <a:ext uri="{FF2B5EF4-FFF2-40B4-BE49-F238E27FC236}">
                <a16:creationId xmlns:a16="http://schemas.microsoft.com/office/drawing/2014/main" id="{2FB15CCB-80C9-4609-A237-B7288FAFF137}"/>
              </a:ext>
            </a:extLst>
          </p:cNvPr>
          <p:cNvCxnSpPr>
            <a:cxnSpLocks noChangeShapeType="1"/>
          </p:cNvCxnSpPr>
          <p:nvPr userDrawn="1"/>
        </p:nvCxnSpPr>
        <p:spPr bwMode="auto">
          <a:xfrm flipV="1">
            <a:off x="0" y="1425388"/>
            <a:ext cx="12192000" cy="22412"/>
          </a:xfrm>
          <a:prstGeom prst="straightConnector1">
            <a:avLst/>
          </a:prstGeom>
          <a:ln w="76200">
            <a:headEnd/>
            <a:tailEn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4416257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8"/>
          <p:cNvSpPr>
            <a:spLocks noGrp="1"/>
          </p:cNvSpPr>
          <p:nvPr>
            <p:ph type="body" sz="quarter" idx="10" hasCustomPrompt="1"/>
          </p:nvPr>
        </p:nvSpPr>
        <p:spPr>
          <a:xfrm>
            <a:off x="635001" y="1616367"/>
            <a:ext cx="11002819" cy="4747491"/>
          </a:xfrm>
          <a:prstGeom prst="rect">
            <a:avLst/>
          </a:prstGeom>
        </p:spPr>
        <p:txBody>
          <a:bodyPr anchor="t">
            <a:noAutofit/>
          </a:bodyPr>
          <a:lstStyle>
            <a:lvl1pPr marL="0" indent="0">
              <a:buClr>
                <a:schemeClr val="accent1"/>
              </a:buClr>
              <a:buSzPct val="100000"/>
              <a:buFont typeface="Arial" panose="020B0604020202020204" pitchFamily="34" charset="0"/>
              <a:buNone/>
              <a:defRPr sz="2800" baseline="0">
                <a:solidFill>
                  <a:schemeClr val="tx2"/>
                </a:solidFill>
                <a:latin typeface="Tahoma" panose="020B0604030504040204" pitchFamily="34" charset="0"/>
                <a:ea typeface="Tahoma" panose="020B0604030504040204" pitchFamily="34" charset="0"/>
                <a:cs typeface="Tahoma" panose="020B0604030504040204" pitchFamily="34" charset="0"/>
              </a:defRPr>
            </a:lvl1pPr>
            <a:lvl2pPr marL="461963" indent="-461963">
              <a:defRPr sz="2400" baseline="0">
                <a:latin typeface="Tahoma" panose="020B0604030504040204" pitchFamily="34" charset="0"/>
                <a:ea typeface="Tahoma" panose="020B0604030504040204" pitchFamily="34" charset="0"/>
                <a:cs typeface="Tahoma" panose="020B0604030504040204" pitchFamily="34" charset="0"/>
              </a:defRPr>
            </a:lvl2pPr>
            <a:lvl3pPr marL="461963" indent="-234950">
              <a:buFont typeface="Arial" panose="020B0604020202020204" pitchFamily="34" charset="0"/>
              <a:buChar char="•"/>
              <a:defRPr sz="2000" baseline="0">
                <a:latin typeface="Tahoma" panose="020B0604030504040204" pitchFamily="34" charset="0"/>
                <a:ea typeface="Tahoma" panose="020B0604030504040204" pitchFamily="34" charset="0"/>
                <a:cs typeface="Tahoma" panose="020B0604030504040204" pitchFamily="34" charset="0"/>
              </a:defRPr>
            </a:lvl3pPr>
          </a:lstStyle>
          <a:p>
            <a:pPr lvl="0"/>
            <a:r>
              <a:rPr lang="en-US" dirty="0"/>
              <a:t>Click to edit text style</a:t>
            </a:r>
          </a:p>
        </p:txBody>
      </p:sp>
      <p:sp>
        <p:nvSpPr>
          <p:cNvPr id="5" name="Title 1">
            <a:extLst>
              <a:ext uri="{FF2B5EF4-FFF2-40B4-BE49-F238E27FC236}">
                <a16:creationId xmlns:a16="http://schemas.microsoft.com/office/drawing/2014/main" id="{1717E682-8971-4856-A190-61FB7ADB1CF2}"/>
              </a:ext>
            </a:extLst>
          </p:cNvPr>
          <p:cNvSpPr>
            <a:spLocks noGrp="1"/>
          </p:cNvSpPr>
          <p:nvPr>
            <p:ph type="title"/>
          </p:nvPr>
        </p:nvSpPr>
        <p:spPr>
          <a:xfrm>
            <a:off x="1769423" y="70613"/>
            <a:ext cx="8454441" cy="1226249"/>
          </a:xfrm>
        </p:spPr>
        <p:txBody>
          <a:bodyPr/>
          <a:lstStyle/>
          <a:p>
            <a:r>
              <a:rPr lang="en-US"/>
              <a:t>Click to edit Master title style</a:t>
            </a:r>
            <a:endParaRPr lang="en-US" dirty="0"/>
          </a:p>
        </p:txBody>
      </p:sp>
    </p:spTree>
    <p:extLst>
      <p:ext uri="{BB962C8B-B14F-4D97-AF65-F5344CB8AC3E}">
        <p14:creationId xmlns:p14="http://schemas.microsoft.com/office/powerpoint/2010/main" val="12207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69423" y="70613"/>
            <a:ext cx="8454441" cy="1226249"/>
          </a:xfrm>
        </p:spPr>
        <p:txBody>
          <a:bodyPr/>
          <a:lstStyle/>
          <a:p>
            <a:r>
              <a:rPr lang="en-US"/>
              <a:t>Click to edit Master title style</a:t>
            </a:r>
            <a:endParaRPr lang="en-US" dirty="0"/>
          </a:p>
        </p:txBody>
      </p:sp>
    </p:spTree>
    <p:extLst>
      <p:ext uri="{BB962C8B-B14F-4D97-AF65-F5344CB8AC3E}">
        <p14:creationId xmlns:p14="http://schemas.microsoft.com/office/powerpoint/2010/main" val="3600898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7128"/>
            <a:ext cx="5242560" cy="4412673"/>
          </a:xfrm>
        </p:spPr>
        <p:txBody>
          <a:bodyPr/>
          <a:lstStyle>
            <a:lvl1pPr>
              <a:defRPr sz="1800"/>
            </a:lvl1pPr>
            <a:lvl2pPr>
              <a:defRPr sz="1800"/>
            </a:lvl2pPr>
            <a:lvl3pPr>
              <a:defRPr sz="1800"/>
            </a:lvl3pPr>
            <a:lvl4pPr>
              <a:defRPr sz="1800"/>
            </a:lvl4pPr>
            <a:lvl5pPr>
              <a:defRPr sz="1800"/>
            </a:lvl5pPr>
            <a:lvl6pPr>
              <a:defRPr sz="1050"/>
            </a:lvl6pPr>
            <a:lvl7pPr>
              <a:defRPr sz="1800"/>
            </a:lvl7pPr>
            <a:lvl8pPr>
              <a:defRPr sz="1050"/>
            </a:lvl8pPr>
            <a:lvl9pPr>
              <a:defRPr sz="1050"/>
            </a:lvl9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6"/>
            <a:r>
              <a:rPr lang="en-US" dirty="0"/>
              <a:t>Fifth level</a:t>
            </a:r>
          </a:p>
        </p:txBody>
      </p:sp>
      <p:sp>
        <p:nvSpPr>
          <p:cNvPr id="4" name="Content Placeholder 3"/>
          <p:cNvSpPr>
            <a:spLocks noGrp="1"/>
          </p:cNvSpPr>
          <p:nvPr>
            <p:ph sz="half" idx="2"/>
          </p:nvPr>
        </p:nvSpPr>
        <p:spPr>
          <a:xfrm>
            <a:off x="6339840" y="1607126"/>
            <a:ext cx="5242560" cy="4412674"/>
          </a:xfrm>
        </p:spPr>
        <p:txBody>
          <a:bodyPr/>
          <a:lstStyle>
            <a:lvl1pPr>
              <a:defRPr sz="1800"/>
            </a:lvl1pPr>
            <a:lvl2pPr>
              <a:defRPr sz="1800"/>
            </a:lvl2pPr>
            <a:lvl3pPr>
              <a:defRPr sz="1800"/>
            </a:lvl3pPr>
            <a:lvl4pPr>
              <a:defRPr sz="1800"/>
            </a:lvl4pPr>
            <a:lvl5pPr>
              <a:defRPr sz="1800"/>
            </a:lvl5pPr>
            <a:lvl6pPr>
              <a:defRPr sz="1050"/>
            </a:lvl6pPr>
            <a:lvl7pPr>
              <a:defRPr sz="1800"/>
            </a:lvl7pPr>
            <a:lvl8pPr>
              <a:defRPr sz="1050"/>
            </a:lvl8pPr>
            <a:lvl9pPr>
              <a:defRPr sz="1050"/>
            </a:lvl9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6"/>
            <a:r>
              <a:rPr lang="en-US" dirty="0"/>
              <a:t>Fifth level</a:t>
            </a:r>
          </a:p>
        </p:txBody>
      </p:sp>
      <p:sp>
        <p:nvSpPr>
          <p:cNvPr id="6" name="Title 1">
            <a:extLst>
              <a:ext uri="{FF2B5EF4-FFF2-40B4-BE49-F238E27FC236}">
                <a16:creationId xmlns:a16="http://schemas.microsoft.com/office/drawing/2014/main" id="{4EC39847-231B-433D-B14C-93800B15DFB8}"/>
              </a:ext>
            </a:extLst>
          </p:cNvPr>
          <p:cNvSpPr>
            <a:spLocks noGrp="1"/>
          </p:cNvSpPr>
          <p:nvPr>
            <p:ph type="title"/>
          </p:nvPr>
        </p:nvSpPr>
        <p:spPr>
          <a:xfrm>
            <a:off x="1769423" y="70613"/>
            <a:ext cx="8454441" cy="1226249"/>
          </a:xfrm>
        </p:spPr>
        <p:txBody>
          <a:bodyPr/>
          <a:lstStyle/>
          <a:p>
            <a:r>
              <a:rPr lang="en-US"/>
              <a:t>Click to edit Master title style</a:t>
            </a:r>
            <a:endParaRPr lang="en-US" dirty="0"/>
          </a:p>
        </p:txBody>
      </p:sp>
    </p:spTree>
    <p:extLst>
      <p:ext uri="{BB962C8B-B14F-4D97-AF65-F5344CB8AC3E}">
        <p14:creationId xmlns:p14="http://schemas.microsoft.com/office/powerpoint/2010/main" val="299424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364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9B83-5960-E879-4451-8641A709A2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226D69-6D3E-AE26-0EB3-AE374FE058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7281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3936" y="70613"/>
            <a:ext cx="8458200" cy="1226249"/>
          </a:xfrm>
          <a:prstGeom prst="rect">
            <a:avLst/>
          </a:prstGeom>
        </p:spPr>
        <p:txBody>
          <a:bodyPr vert="horz" lIns="0" tIns="0" rIns="0" bIns="0" rtlCol="0" anchor="ctr">
            <a:noAutofit/>
          </a:bodyPr>
          <a:lstStyle/>
          <a:p>
            <a:r>
              <a:rPr lang="en-US" dirty="0"/>
              <a:t>Click to edit Master title style</a:t>
            </a:r>
          </a:p>
        </p:txBody>
      </p:sp>
      <p:sp>
        <p:nvSpPr>
          <p:cNvPr id="3" name="Text Placeholder 2"/>
          <p:cNvSpPr>
            <a:spLocks noGrp="1"/>
          </p:cNvSpPr>
          <p:nvPr>
            <p:ph type="body" idx="1"/>
          </p:nvPr>
        </p:nvSpPr>
        <p:spPr>
          <a:xfrm>
            <a:off x="609600" y="1611164"/>
            <a:ext cx="10972800" cy="4571922"/>
          </a:xfrm>
          <a:prstGeom prst="rect">
            <a:avLst/>
          </a:prstGeom>
        </p:spPr>
        <p:txBody>
          <a:bodyPr vert="horz" lIns="0" tIns="0" rIns="0" bIns="0" rtlCol="0" anchor="ctr">
            <a:noAutofit/>
          </a:body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6"/>
            <a:r>
              <a:rPr lang="en-US" dirty="0"/>
              <a:t>Fifth level</a:t>
            </a:r>
          </a:p>
        </p:txBody>
      </p:sp>
      <p:sp>
        <p:nvSpPr>
          <p:cNvPr id="20" name="TextBox 19">
            <a:extLst>
              <a:ext uri="{FF2B5EF4-FFF2-40B4-BE49-F238E27FC236}">
                <a16:creationId xmlns:a16="http://schemas.microsoft.com/office/drawing/2014/main" id="{05AE3218-5E90-4916-A5F6-E8CD99C93472}"/>
              </a:ext>
            </a:extLst>
          </p:cNvPr>
          <p:cNvSpPr txBox="1"/>
          <p:nvPr userDrawn="1"/>
        </p:nvSpPr>
        <p:spPr>
          <a:xfrm>
            <a:off x="8065829" y="6510280"/>
            <a:ext cx="3523479" cy="214609"/>
          </a:xfrm>
          <a:prstGeom prst="rect">
            <a:avLst/>
          </a:prstGeom>
          <a:noFill/>
        </p:spPr>
        <p:txBody>
          <a:bodyPr wrap="square" lIns="0" tIns="0" rIns="0" bIns="0" rtlCol="0">
            <a:noAutofit/>
          </a:bodyPr>
          <a:lstStyle/>
          <a:p>
            <a:pPr marL="0" marR="0" lvl="0" indent="0" algn="r" defTabSz="685800" rtl="0" eaLnBrk="1" fontAlgn="auto" latinLnBrk="0" hangingPunct="1">
              <a:lnSpc>
                <a:spcPct val="90000"/>
              </a:lnSpc>
              <a:spcBef>
                <a:spcPts val="0"/>
              </a:spcBef>
              <a:spcAft>
                <a:spcPts val="0"/>
              </a:spcAft>
              <a:buClrTx/>
              <a:buSzTx/>
              <a:buFontTx/>
              <a:buNone/>
              <a:tabLst/>
              <a:defRPr/>
            </a:pPr>
            <a:r>
              <a:rPr kumimoji="0" lang="en-IE" altLang="en-US" sz="900" b="0" i="0" u="none" strike="noStrike" kern="1200" cap="none" spc="0" normalizeH="0" baseline="0" noProof="0" dirty="0">
                <a:ln>
                  <a:noFill/>
                </a:ln>
                <a:solidFill>
                  <a:srgbClr val="717074"/>
                </a:solidFill>
                <a:effectLst/>
                <a:uLnTx/>
                <a:uFillTx/>
                <a:latin typeface="Tahoma" panose="020B0604030504040204" pitchFamily="34" charset="0"/>
                <a:ea typeface="Tahoma" panose="020B0604030504040204" pitchFamily="34" charset="0"/>
                <a:cs typeface="Tahoma" panose="020B0604030504040204" pitchFamily="34" charset="0"/>
              </a:rPr>
              <a:t>DeVry University</a:t>
            </a:r>
            <a:r>
              <a:rPr kumimoji="0" lang="en-US" altLang="en-US" sz="900" b="0" i="0" u="none" strike="noStrike" kern="1200" cap="none" spc="0" normalizeH="0" baseline="0" noProof="0" dirty="0">
                <a:ln>
                  <a:noFill/>
                </a:ln>
                <a:solidFill>
                  <a:srgbClr val="717074"/>
                </a:solidFill>
                <a:effectLst/>
                <a:uLnTx/>
                <a:uFillTx/>
                <a:latin typeface="Tahoma" panose="020B0604030504040204" pitchFamily="34" charset="0"/>
                <a:ea typeface="Tahoma" panose="020B0604030504040204" pitchFamily="34" charset="0"/>
                <a:cs typeface="Tahoma" panose="020B0604030504040204" pitchFamily="34" charset="0"/>
              </a:rPr>
              <a:t> – CEIS 200 –</a:t>
            </a:r>
            <a:r>
              <a:rPr kumimoji="0" lang="en-US" sz="900" b="0" i="0" u="none" strike="noStrike" kern="1200" cap="none" spc="0" normalizeH="0" baseline="0" noProof="0" dirty="0">
                <a:ln>
                  <a:noFill/>
                </a:ln>
                <a:solidFill>
                  <a:srgbClr val="717074"/>
                </a:solidFill>
                <a:effectLst/>
                <a:uLnTx/>
                <a:uFillTx/>
                <a:latin typeface="Tahoma" panose="020B0604030504040204" pitchFamily="34" charset="0"/>
                <a:ea typeface="Tahoma" panose="020B0604030504040204" pitchFamily="34" charset="0"/>
                <a:cs typeface="Tahoma" panose="020B0604030504040204" pitchFamily="34" charset="0"/>
              </a:rPr>
              <a:t> </a:t>
            </a:r>
            <a:fld id="{A0A03F51-2955-4EA9-BE4E-42B6F90C747F}" type="slidenum">
              <a:rPr kumimoji="0" lang="en-US" sz="900" b="0" i="0" u="none" strike="noStrike" kern="1200" cap="none" spc="0" normalizeH="0" baseline="0" noProof="0" smtClean="0">
                <a:ln>
                  <a:noFill/>
                </a:ln>
                <a:solidFill>
                  <a:srgbClr val="717074"/>
                </a:solidFill>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685800" rtl="0" eaLnBrk="1" fontAlgn="auto" latinLnBrk="0" hangingPunct="1">
                <a:lnSpc>
                  <a:spcPct val="9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rgbClr val="717074"/>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18" name="Shape 16"/>
          <p:cNvCxnSpPr>
            <a:cxnSpLocks noChangeShapeType="1"/>
          </p:cNvCxnSpPr>
          <p:nvPr userDrawn="1"/>
        </p:nvCxnSpPr>
        <p:spPr bwMode="auto">
          <a:xfrm flipV="1">
            <a:off x="0" y="1425388"/>
            <a:ext cx="12192000" cy="22412"/>
          </a:xfrm>
          <a:prstGeom prst="straightConnector1">
            <a:avLst/>
          </a:prstGeom>
          <a:ln w="76200">
            <a:headEnd/>
            <a:tailEnd/>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57CA990B-3165-48BA-A6FF-99C87DBC14C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457200" y="73152"/>
            <a:ext cx="1229039" cy="1229039"/>
          </a:xfrm>
          <a:prstGeom prst="rect">
            <a:avLst/>
          </a:prstGeom>
        </p:spPr>
      </p:pic>
    </p:spTree>
    <p:extLst>
      <p:ext uri="{BB962C8B-B14F-4D97-AF65-F5344CB8AC3E}">
        <p14:creationId xmlns:p14="http://schemas.microsoft.com/office/powerpoint/2010/main" val="343654909"/>
      </p:ext>
    </p:extLst>
  </p:cSld>
  <p:clrMap bg1="lt1" tx1="dk1" bg2="lt2" tx2="dk2" accent1="accent1" accent2="accent2" accent3="accent3" accent4="accent4" accent5="accent5" accent6="accent6" hlink="hlink" folHlink="folHlink"/>
  <p:sldLayoutIdLst>
    <p:sldLayoutId id="2147483669" r:id="rId1"/>
    <p:sldLayoutId id="2147483661" r:id="rId2"/>
    <p:sldLayoutId id="2147483663" r:id="rId3"/>
    <p:sldLayoutId id="2147483664" r:id="rId4"/>
    <p:sldLayoutId id="2147483667" r:id="rId5"/>
    <p:sldLayoutId id="2147483668" r:id="rId6"/>
    <p:sldLayoutId id="2147483670" r:id="rId7"/>
  </p:sldLayoutIdLst>
  <p:hf hdr="0" ftr="0" dt="0"/>
  <p:txStyles>
    <p:titleStyle>
      <a:lvl1pPr algn="ctr" defTabSz="685800" rtl="0" eaLnBrk="1" latinLnBrk="0" hangingPunct="1">
        <a:lnSpc>
          <a:spcPct val="90000"/>
        </a:lnSpc>
        <a:spcBef>
          <a:spcPct val="0"/>
        </a:spcBef>
        <a:buNone/>
        <a:defRPr sz="4000" b="0" kern="1200">
          <a:solidFill>
            <a:srgbClr val="003D79"/>
          </a:solidFill>
          <a:latin typeface="Tahoma" panose="020B0604030504040204" pitchFamily="34" charset="0"/>
          <a:ea typeface="Tahoma" panose="020B0604030504040204" pitchFamily="34" charset="0"/>
          <a:cs typeface="Tahoma" panose="020B0604030504040204" pitchFamily="34" charset="0"/>
        </a:defRPr>
      </a:lvl1pPr>
    </p:titleStyle>
    <p:bodyStyle>
      <a:lvl1pPr marL="0" indent="0" algn="l" defTabSz="685800" rtl="0" eaLnBrk="1" latinLnBrk="0" hangingPunct="1">
        <a:lnSpc>
          <a:spcPct val="90000"/>
        </a:lnSpc>
        <a:spcBef>
          <a:spcPts val="900"/>
        </a:spcBef>
        <a:buClrTx/>
        <a:buSzPct val="90000"/>
        <a:buFontTx/>
        <a:buNone/>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1pPr>
      <a:lvl2pPr marL="171450" indent="-166688" algn="l" defTabSz="685800" rtl="0" eaLnBrk="1" latinLnBrk="0" hangingPunct="1">
        <a:lnSpc>
          <a:spcPct val="90000"/>
        </a:lnSpc>
        <a:spcBef>
          <a:spcPts val="600"/>
        </a:spcBef>
        <a:buClrTx/>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2pPr>
      <a:lvl3pPr marL="385763" indent="-178594"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3pPr>
      <a:lvl4pPr marL="557213" indent="-144066"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4pPr>
      <a:lvl5pPr marL="771525" indent="-182166" algn="l" defTabSz="642938"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5pPr>
      <a:lvl6pPr marL="676275" indent="0" algn="l" defTabSz="685800" rtl="0" eaLnBrk="1" latinLnBrk="0" hangingPunct="1">
        <a:lnSpc>
          <a:spcPct val="90000"/>
        </a:lnSpc>
        <a:spcBef>
          <a:spcPts val="450"/>
        </a:spcBef>
        <a:buClr>
          <a:schemeClr val="tx2"/>
        </a:buClr>
        <a:buSzPct val="90000"/>
        <a:buFont typeface="Arial" panose="020B0604020202020204" pitchFamily="34" charset="0"/>
        <a:buNone/>
        <a:defRPr sz="1050" kern="1200">
          <a:solidFill>
            <a:schemeClr val="tx2"/>
          </a:solidFill>
          <a:latin typeface="+mn-lt"/>
          <a:ea typeface="+mn-ea"/>
          <a:cs typeface="+mn-cs"/>
        </a:defRPr>
      </a:lvl6pPr>
      <a:lvl7pPr marL="939404" indent="-136922" algn="l" defTabSz="685800" rtl="0" eaLnBrk="1" latinLnBrk="0" hangingPunct="1">
        <a:lnSpc>
          <a:spcPct val="90000"/>
        </a:lnSpc>
        <a:spcBef>
          <a:spcPts val="450"/>
        </a:spcBef>
        <a:buClrTx/>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7pPr>
      <a:lvl8pPr marL="1405890" indent="-137160" algn="l" defTabSz="685800" rtl="0" eaLnBrk="1" latinLnBrk="0" hangingPunct="1">
        <a:lnSpc>
          <a:spcPct val="90000"/>
        </a:lnSpc>
        <a:spcBef>
          <a:spcPts val="450"/>
        </a:spcBef>
        <a:buClrTx/>
        <a:buSzPct val="90000"/>
        <a:buFont typeface="Calibri" panose="020F0502020204030204" pitchFamily="34" charset="0"/>
        <a:buChar char="–"/>
        <a:defRPr sz="1050" kern="1200">
          <a:solidFill>
            <a:schemeClr val="tx2"/>
          </a:solidFill>
          <a:latin typeface="+mn-lt"/>
          <a:ea typeface="+mn-ea"/>
          <a:cs typeface="+mn-cs"/>
        </a:defRPr>
      </a:lvl8pPr>
      <a:lvl9pPr marL="1577340" indent="-137160" algn="l" defTabSz="685800" rtl="0" eaLnBrk="1" latinLnBrk="0" hangingPunct="1">
        <a:lnSpc>
          <a:spcPct val="90000"/>
        </a:lnSpc>
        <a:spcBef>
          <a:spcPts val="450"/>
        </a:spcBef>
        <a:buClrTx/>
        <a:buSzPct val="90000"/>
        <a:buFont typeface="Arial" panose="020B0604020202020204" pitchFamily="34" charset="0"/>
        <a:buChar char="•"/>
        <a:defRPr sz="1050" kern="120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20">
          <p15:clr>
            <a:srgbClr val="F26B43"/>
          </p15:clr>
        </p15:guide>
        <p15:guide id="2" orient="horz" pos="576">
          <p15:clr>
            <a:srgbClr val="F26B43"/>
          </p15:clr>
        </p15:guide>
        <p15:guide id="3" pos="5120">
          <p15:clr>
            <a:srgbClr val="F26B43"/>
          </p15:clr>
        </p15:guide>
        <p15:guide id="4" pos="512">
          <p15:clr>
            <a:srgbClr val="F26B43"/>
          </p15:clr>
        </p15:guide>
        <p15:guide id="5" pos="9728">
          <p15:clr>
            <a:srgbClr val="F26B43"/>
          </p15:clr>
        </p15:guide>
        <p15:guide id="6"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Visio_Drawing.vsdx"/><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Visio_Drawing1.vsdx"/><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omg.org/spec/UML/2.5.1/Link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68165" y="2215803"/>
            <a:ext cx="9115218" cy="1234440"/>
          </a:xfrm>
        </p:spPr>
        <p:txBody>
          <a:bodyPr/>
          <a:lstStyle/>
          <a:p>
            <a:r>
              <a:rPr lang="en-US" dirty="0"/>
              <a:t>CEIS 200: Software Engineering I</a:t>
            </a:r>
            <a:br>
              <a:rPr lang="en-US" dirty="0"/>
            </a:br>
            <a:r>
              <a:rPr lang="en-US" dirty="0"/>
              <a:t>Project Report Requirement Specifications</a:t>
            </a:r>
          </a:p>
        </p:txBody>
      </p:sp>
      <p:sp>
        <p:nvSpPr>
          <p:cNvPr id="5" name="Subtitle 4"/>
          <p:cNvSpPr>
            <a:spLocks noGrp="1"/>
          </p:cNvSpPr>
          <p:nvPr>
            <p:ph type="subTitle" idx="10"/>
          </p:nvPr>
        </p:nvSpPr>
        <p:spPr>
          <a:xfrm>
            <a:off x="2064471" y="3965138"/>
            <a:ext cx="9212938" cy="692625"/>
          </a:xfrm>
        </p:spPr>
        <p:txBody>
          <a:bodyPr/>
          <a:lstStyle/>
          <a:p>
            <a:r>
              <a:rPr lang="en-US" dirty="0"/>
              <a:t>Professor Messaoud Laddada</a:t>
            </a:r>
          </a:p>
          <a:p>
            <a:r>
              <a:rPr lang="en-US" dirty="0"/>
              <a:t>Group One: Nathalie Davis, Kamil Moralewski, Phillip Tette</a:t>
            </a:r>
          </a:p>
        </p:txBody>
      </p:sp>
    </p:spTree>
    <p:extLst>
      <p:ext uri="{BB962C8B-B14F-4D97-AF65-F5344CB8AC3E}">
        <p14:creationId xmlns:p14="http://schemas.microsoft.com/office/powerpoint/2010/main" val="3063285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3961B45-EC0C-7E11-13DE-AAC0014C8CC6}"/>
              </a:ext>
            </a:extLst>
          </p:cNvPr>
          <p:cNvSpPr>
            <a:spLocks noGrp="1"/>
          </p:cNvSpPr>
          <p:nvPr>
            <p:ph sz="half" idx="1"/>
          </p:nvPr>
        </p:nvSpPr>
        <p:spPr>
          <a:xfrm>
            <a:off x="609600" y="1607128"/>
            <a:ext cx="5242560" cy="4703730"/>
          </a:xfrm>
        </p:spPr>
        <p:txBody>
          <a:bodyPr anchor="t"/>
          <a:lstStyle/>
          <a:p>
            <a:pPr>
              <a:lnSpc>
                <a:spcPct val="100000"/>
              </a:lnSpc>
              <a:spcBef>
                <a:spcPts val="0"/>
              </a:spcBef>
            </a:pPr>
            <a:r>
              <a:rPr lang="en-US" sz="1200" b="1" dirty="0"/>
              <a:t>What would you do better or differently?</a:t>
            </a:r>
          </a:p>
          <a:p>
            <a:pPr>
              <a:lnSpc>
                <a:spcPct val="100000"/>
              </a:lnSpc>
              <a:spcBef>
                <a:spcPts val="0"/>
              </a:spcBef>
            </a:pPr>
            <a:endParaRPr lang="en-US" sz="1200" b="1" dirty="0"/>
          </a:p>
          <a:p>
            <a:pPr marL="171450" indent="-171450">
              <a:lnSpc>
                <a:spcPct val="100000"/>
              </a:lnSpc>
              <a:spcBef>
                <a:spcPts val="0"/>
              </a:spcBef>
              <a:buFont typeface="Arial" panose="020B0604020202020204" pitchFamily="34" charset="0"/>
              <a:buChar char="•"/>
            </a:pPr>
            <a:r>
              <a:rPr lang="en-US" sz="1200" dirty="0"/>
              <a:t>Restructure for optimal readability and flow</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Add notes to track progress and working model for future developments</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Thoroughly consider all use cases and additional design requirements to mitigate future redevelopments and better invest work efforts. </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Full team involvement reviewing SRS to make sure everyone is on the same page to avoid all confusion and misapprehensions.</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Provide customers the opportunity to share their thoughts on how the software feels and what they would like added or tweaked.</a:t>
            </a:r>
          </a:p>
          <a:p>
            <a:pPr marL="171450" indent="-171450">
              <a:lnSpc>
                <a:spcPct val="100000"/>
              </a:lnSpc>
              <a:spcBef>
                <a:spcPts val="0"/>
              </a:spcBef>
              <a:buFont typeface="Arial" panose="020B0604020202020204" pitchFamily="34" charset="0"/>
              <a:buChar char="•"/>
            </a:pPr>
            <a:endParaRPr lang="en-US" sz="1200" dirty="0"/>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Arial"/>
                <a:ea typeface="+mn-ea"/>
                <a:cs typeface="+mn-cs"/>
              </a:rPr>
              <a:t>What was the quality of the tools and techniques?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Arial"/>
                <a:ea typeface="+mn-ea"/>
                <a:cs typeface="+mn-cs"/>
              </a:rPr>
              <a:t>Visio is an excellent tool that enabled us to create use case and UML class diagrams providing and easy to follow outline.</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Arial"/>
                <a:ea typeface="+mn-ea"/>
                <a:cs typeface="+mn-cs"/>
              </a:rPr>
              <a:t>Are the requirements clear?</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Arial"/>
                <a:ea typeface="+mn-ea"/>
                <a:cs typeface="+mn-cs"/>
              </a:rPr>
              <a:t>Our requirements are clear, and our use case diagram clearly shows the flow and purpose of our application.</a:t>
            </a:r>
          </a:p>
          <a:p>
            <a:pPr>
              <a:lnSpc>
                <a:spcPct val="100000"/>
              </a:lnSpc>
              <a:spcBef>
                <a:spcPts val="0"/>
              </a:spcBef>
            </a:pPr>
            <a:endParaRPr lang="en-US" sz="1200" dirty="0"/>
          </a:p>
          <a:p>
            <a:endParaRPr lang="en-US" sz="1200" dirty="0"/>
          </a:p>
        </p:txBody>
      </p:sp>
      <p:sp>
        <p:nvSpPr>
          <p:cNvPr id="6" name="Content Placeholder 5">
            <a:extLst>
              <a:ext uri="{FF2B5EF4-FFF2-40B4-BE49-F238E27FC236}">
                <a16:creationId xmlns:a16="http://schemas.microsoft.com/office/drawing/2014/main" id="{7EEF86C2-9D55-8BCE-4E38-C6C451C90E6F}"/>
              </a:ext>
            </a:extLst>
          </p:cNvPr>
          <p:cNvSpPr>
            <a:spLocks noGrp="1"/>
          </p:cNvSpPr>
          <p:nvPr>
            <p:ph sz="half" idx="2"/>
          </p:nvPr>
        </p:nvSpPr>
        <p:spPr>
          <a:xfrm>
            <a:off x="6339840" y="1607125"/>
            <a:ext cx="5242560" cy="4703733"/>
          </a:xfrm>
        </p:spPr>
        <p:txBody>
          <a:bodyPr anchor="t"/>
          <a:lstStyle/>
          <a:p>
            <a:pPr>
              <a:lnSpc>
                <a:spcPct val="100000"/>
              </a:lnSpc>
              <a:spcBef>
                <a:spcPts val="0"/>
              </a:spcBef>
            </a:pPr>
            <a:r>
              <a:rPr lang="en-US" sz="1200" b="1" dirty="0"/>
              <a:t>What are the strengths and weaknesses?</a:t>
            </a:r>
          </a:p>
          <a:p>
            <a:pPr>
              <a:lnSpc>
                <a:spcPct val="100000"/>
              </a:lnSpc>
              <a:spcBef>
                <a:spcPts val="0"/>
              </a:spcBef>
            </a:pPr>
            <a:endParaRPr lang="en-US" sz="1200" u="sng" dirty="0"/>
          </a:p>
          <a:p>
            <a:pPr>
              <a:lnSpc>
                <a:spcPct val="100000"/>
              </a:lnSpc>
              <a:spcBef>
                <a:spcPts val="0"/>
              </a:spcBef>
            </a:pPr>
            <a:r>
              <a:rPr lang="en-US" sz="1200" u="sng" dirty="0"/>
              <a:t>Strengths</a:t>
            </a:r>
          </a:p>
          <a:p>
            <a:pPr>
              <a:lnSpc>
                <a:spcPct val="100000"/>
              </a:lnSpc>
              <a:spcBef>
                <a:spcPts val="0"/>
              </a:spcBef>
            </a:pPr>
            <a:endParaRPr lang="en-US" sz="1200" dirty="0"/>
          </a:p>
          <a:p>
            <a:pPr marL="171450" indent="-171450">
              <a:lnSpc>
                <a:spcPct val="100000"/>
              </a:lnSpc>
              <a:spcBef>
                <a:spcPts val="0"/>
              </a:spcBef>
              <a:buFont typeface="Arial" panose="020B0604020202020204" pitchFamily="34" charset="0"/>
              <a:buChar char="•"/>
            </a:pPr>
            <a:r>
              <a:rPr lang="en-US" sz="1200" dirty="0"/>
              <a:t>Comprehensive definitions listing</a:t>
            </a:r>
          </a:p>
          <a:p>
            <a:pPr marL="171450" indent="-171450">
              <a:lnSpc>
                <a:spcPct val="100000"/>
              </a:lnSpc>
              <a:spcBef>
                <a:spcPts val="0"/>
              </a:spcBef>
              <a:buFont typeface="Arial" panose="020B0604020202020204" pitchFamily="34" charset="0"/>
              <a:buChar char="•"/>
            </a:pPr>
            <a:r>
              <a:rPr lang="en-US" sz="1200" dirty="0"/>
              <a:t>Clear work breakdown structure diagrams </a:t>
            </a:r>
          </a:p>
          <a:p>
            <a:pPr marL="171450" indent="-171450">
              <a:lnSpc>
                <a:spcPct val="100000"/>
              </a:lnSpc>
              <a:spcBef>
                <a:spcPts val="0"/>
              </a:spcBef>
              <a:buFont typeface="Arial" panose="020B0604020202020204" pitchFamily="34" charset="0"/>
              <a:buChar char="•"/>
            </a:pPr>
            <a:r>
              <a:rPr lang="en-US" sz="1200" dirty="0"/>
              <a:t>Descriptive software resource section</a:t>
            </a:r>
          </a:p>
          <a:p>
            <a:pPr marL="171450" indent="-171450">
              <a:lnSpc>
                <a:spcPct val="100000"/>
              </a:lnSpc>
              <a:spcBef>
                <a:spcPts val="0"/>
              </a:spcBef>
              <a:buFont typeface="Arial" panose="020B0604020202020204" pitchFamily="34" charset="0"/>
              <a:buChar char="•"/>
            </a:pPr>
            <a:r>
              <a:rPr lang="en-US" sz="1200" dirty="0"/>
              <a:t>Followed IEEE-830 format</a:t>
            </a:r>
          </a:p>
          <a:p>
            <a:pPr marL="171450" indent="-171450">
              <a:lnSpc>
                <a:spcPct val="100000"/>
              </a:lnSpc>
              <a:spcBef>
                <a:spcPts val="0"/>
              </a:spcBef>
              <a:buFont typeface="Arial" panose="020B0604020202020204" pitchFamily="34" charset="0"/>
              <a:buChar char="•"/>
            </a:pPr>
            <a:r>
              <a:rPr lang="en-US" sz="1200" dirty="0"/>
              <a:t>Good communications plan</a:t>
            </a:r>
          </a:p>
          <a:p>
            <a:pPr>
              <a:lnSpc>
                <a:spcPct val="100000"/>
              </a:lnSpc>
              <a:spcBef>
                <a:spcPts val="0"/>
              </a:spcBef>
            </a:pPr>
            <a:endParaRPr lang="en-US" sz="1200" dirty="0"/>
          </a:p>
          <a:p>
            <a:pPr>
              <a:lnSpc>
                <a:spcPct val="100000"/>
              </a:lnSpc>
              <a:spcBef>
                <a:spcPts val="0"/>
              </a:spcBef>
            </a:pPr>
            <a:r>
              <a:rPr lang="en-US" sz="1200" u="sng" dirty="0"/>
              <a:t>Weaknesses</a:t>
            </a:r>
          </a:p>
          <a:p>
            <a:pPr>
              <a:lnSpc>
                <a:spcPct val="100000"/>
              </a:lnSpc>
              <a:spcBef>
                <a:spcPts val="0"/>
              </a:spcBef>
            </a:pPr>
            <a:endParaRPr lang="en-US" sz="1200" dirty="0"/>
          </a:p>
          <a:p>
            <a:pPr marL="171450" indent="-171450">
              <a:lnSpc>
                <a:spcPct val="100000"/>
              </a:lnSpc>
              <a:spcBef>
                <a:spcPts val="0"/>
              </a:spcBef>
              <a:buFont typeface="Arial" panose="020B0604020202020204" pitchFamily="34" charset="0"/>
              <a:buChar char="•"/>
            </a:pPr>
            <a:r>
              <a:rPr lang="en-US" sz="1200" dirty="0"/>
              <a:t>Could optimize the use case diagrams with more information explaining in simpler form but greater detail, how users would interact with the application. </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The logical order of classes needs to be reworked for flow purposes.</a:t>
            </a:r>
          </a:p>
          <a:p>
            <a:pPr marL="171450" indent="-171450">
              <a:lnSpc>
                <a:spcPct val="100000"/>
              </a:lnSpc>
              <a:spcBef>
                <a:spcPts val="0"/>
              </a:spcBef>
              <a:buFont typeface="Arial" panose="020B0604020202020204" pitchFamily="34" charset="0"/>
              <a:buChar char="•"/>
            </a:pPr>
            <a:endParaRPr lang="en-US" sz="1200" dirty="0"/>
          </a:p>
          <a:p>
            <a:pPr>
              <a:lnSpc>
                <a:spcPct val="100000"/>
              </a:lnSpc>
              <a:spcBef>
                <a:spcPts val="0"/>
              </a:spcBef>
            </a:pPr>
            <a:r>
              <a:rPr lang="en-US" sz="1200" b="1" dirty="0"/>
              <a:t>What are your recommendations or suggestions?</a:t>
            </a:r>
          </a:p>
          <a:p>
            <a:pPr>
              <a:lnSpc>
                <a:spcPct val="100000"/>
              </a:lnSpc>
              <a:spcBef>
                <a:spcPts val="0"/>
              </a:spcBef>
            </a:pPr>
            <a:endParaRPr lang="en-US" sz="1200" dirty="0"/>
          </a:p>
          <a:p>
            <a:pPr marL="171450" indent="-171450">
              <a:lnSpc>
                <a:spcPct val="100000"/>
              </a:lnSpc>
              <a:spcBef>
                <a:spcPts val="0"/>
              </a:spcBef>
              <a:buFont typeface="Arial" panose="020B0604020202020204" pitchFamily="34" charset="0"/>
              <a:buChar char="•"/>
            </a:pPr>
            <a:r>
              <a:rPr lang="en-US" sz="1200" dirty="0"/>
              <a:t>A fully fleshed out, but well written example of this process from start to finish as a reference point. Reasoning behind this statement is creating these deliverables from an extremely inexperienced standing makes it too easy to develop incorrect perceptions and assumptions or worse habits.</a:t>
            </a:r>
          </a:p>
          <a:p>
            <a:pPr>
              <a:lnSpc>
                <a:spcPct val="100000"/>
              </a:lnSpc>
              <a:spcBef>
                <a:spcPts val="0"/>
              </a:spcBef>
            </a:pPr>
            <a:endParaRPr lang="en-US" sz="1200" dirty="0"/>
          </a:p>
          <a:p>
            <a:pPr>
              <a:lnSpc>
                <a:spcPct val="100000"/>
              </a:lnSpc>
              <a:spcBef>
                <a:spcPts val="0"/>
              </a:spcBef>
            </a:pPr>
            <a:r>
              <a:rPr lang="en-US" sz="1200" dirty="0"/>
              <a:t>*It is worth nothing that this isn’t a cookie cutter process and may vary greatly from project to project.</a:t>
            </a:r>
          </a:p>
          <a:p>
            <a:pPr>
              <a:lnSpc>
                <a:spcPct val="100000"/>
              </a:lnSpc>
              <a:spcBef>
                <a:spcPts val="0"/>
              </a:spcBef>
            </a:pPr>
            <a:endParaRPr lang="en-US" sz="1200" dirty="0"/>
          </a:p>
          <a:p>
            <a:pPr marL="171450" indent="-171450">
              <a:lnSpc>
                <a:spcPct val="100000"/>
              </a:lnSpc>
              <a:spcBef>
                <a:spcPts val="0"/>
              </a:spcBef>
              <a:buFont typeface="Arial" panose="020B0604020202020204" pitchFamily="34" charset="0"/>
              <a:buChar char="•"/>
            </a:pPr>
            <a:endParaRPr lang="en-US" sz="1200" dirty="0"/>
          </a:p>
          <a:p>
            <a:pPr>
              <a:lnSpc>
                <a:spcPct val="100000"/>
              </a:lnSpc>
              <a:spcBef>
                <a:spcPts val="0"/>
              </a:spcBef>
            </a:pPr>
            <a:endParaRPr lang="en-US" sz="1200" dirty="0"/>
          </a:p>
        </p:txBody>
      </p:sp>
      <p:sp>
        <p:nvSpPr>
          <p:cNvPr id="2" name="Title 1">
            <a:extLst>
              <a:ext uri="{FF2B5EF4-FFF2-40B4-BE49-F238E27FC236}">
                <a16:creationId xmlns:a16="http://schemas.microsoft.com/office/drawing/2014/main" id="{8687D9B0-8374-8867-89AE-3848CA5CF48B}"/>
              </a:ext>
            </a:extLst>
          </p:cNvPr>
          <p:cNvSpPr>
            <a:spLocks noGrp="1"/>
          </p:cNvSpPr>
          <p:nvPr>
            <p:ph type="title"/>
          </p:nvPr>
        </p:nvSpPr>
        <p:spPr/>
        <p:txBody>
          <a:bodyPr/>
          <a:lstStyle/>
          <a:p>
            <a:r>
              <a:rPr lang="en-US" dirty="0"/>
              <a:t>Project Level Summary Evaluations</a:t>
            </a:r>
            <a:br>
              <a:rPr lang="en-US" dirty="0"/>
            </a:br>
            <a:r>
              <a:rPr lang="en-US" dirty="0"/>
              <a:t>Session One - Requirements</a:t>
            </a:r>
          </a:p>
        </p:txBody>
      </p:sp>
    </p:spTree>
    <p:extLst>
      <p:ext uri="{BB962C8B-B14F-4D97-AF65-F5344CB8AC3E}">
        <p14:creationId xmlns:p14="http://schemas.microsoft.com/office/powerpoint/2010/main" val="1278918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3961B45-EC0C-7E11-13DE-AAC0014C8CC6}"/>
              </a:ext>
            </a:extLst>
          </p:cNvPr>
          <p:cNvSpPr>
            <a:spLocks noGrp="1"/>
          </p:cNvSpPr>
          <p:nvPr>
            <p:ph sz="half" idx="1"/>
          </p:nvPr>
        </p:nvSpPr>
        <p:spPr>
          <a:xfrm>
            <a:off x="609600" y="1607128"/>
            <a:ext cx="5242560" cy="4164086"/>
          </a:xfrm>
        </p:spPr>
        <p:txBody>
          <a:bodyPr anchor="t"/>
          <a:lstStyle/>
          <a:p>
            <a:pPr>
              <a:lnSpc>
                <a:spcPct val="100000"/>
              </a:lnSpc>
              <a:spcBef>
                <a:spcPts val="0"/>
              </a:spcBef>
            </a:pPr>
            <a:r>
              <a:rPr lang="en-US" sz="1200" b="1" dirty="0"/>
              <a:t>What would you do better or differently?</a:t>
            </a:r>
          </a:p>
          <a:p>
            <a:pPr>
              <a:lnSpc>
                <a:spcPct val="100000"/>
              </a:lnSpc>
              <a:spcBef>
                <a:spcPts val="0"/>
              </a:spcBef>
            </a:pPr>
            <a:endParaRPr lang="en-US" sz="1200" b="1" dirty="0"/>
          </a:p>
          <a:p>
            <a:pPr marL="171450" indent="-171450">
              <a:lnSpc>
                <a:spcPct val="100000"/>
              </a:lnSpc>
              <a:spcBef>
                <a:spcPts val="0"/>
              </a:spcBef>
              <a:buFont typeface="Arial" panose="020B0604020202020204" pitchFamily="34" charset="0"/>
              <a:buChar char="•"/>
            </a:pPr>
            <a:r>
              <a:rPr lang="en-US" sz="1200" dirty="0"/>
              <a:t>Consistent communication to discuss and explain thoughts and ideas.</a:t>
            </a:r>
          </a:p>
          <a:p>
            <a:pPr marL="342900" lvl="1" indent="-171450">
              <a:lnSpc>
                <a:spcPct val="100000"/>
              </a:lnSpc>
              <a:spcBef>
                <a:spcPts val="0"/>
              </a:spcBef>
            </a:pPr>
            <a:r>
              <a:rPr lang="en-US" sz="1200" dirty="0"/>
              <a:t>Frequent quality checks i.e., validate and criticize each other's work.</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Investigate product use thoroughly to enable effective planning processes.</a:t>
            </a:r>
          </a:p>
          <a:p>
            <a:pPr marL="342900" lvl="1" indent="-171450">
              <a:lnSpc>
                <a:spcPct val="100000"/>
              </a:lnSpc>
              <a:spcBef>
                <a:spcPts val="0"/>
              </a:spcBef>
            </a:pPr>
            <a:r>
              <a:rPr lang="en-US" sz="1200" dirty="0"/>
              <a:t>Play through the motions of every actor for the software (use cases).</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Background checks to prevent inadvertent support to:</a:t>
            </a:r>
          </a:p>
          <a:p>
            <a:pPr marL="342900" lvl="1" indent="-171450">
              <a:lnSpc>
                <a:spcPct val="100000"/>
              </a:lnSpc>
              <a:spcBef>
                <a:spcPts val="0"/>
              </a:spcBef>
            </a:pPr>
            <a:r>
              <a:rPr lang="en-US" sz="1200" dirty="0"/>
              <a:t>Puppy mills</a:t>
            </a:r>
          </a:p>
          <a:p>
            <a:pPr marL="342900" lvl="1" indent="-171450">
              <a:lnSpc>
                <a:spcPct val="100000"/>
              </a:lnSpc>
              <a:spcBef>
                <a:spcPts val="0"/>
              </a:spcBef>
            </a:pPr>
            <a:r>
              <a:rPr lang="en-US" sz="1200" dirty="0"/>
              <a:t>Solicitation</a:t>
            </a:r>
            <a:br>
              <a:rPr lang="en-US" sz="1200" dirty="0"/>
            </a:br>
            <a:endParaRPr lang="en-US" sz="1200" dirty="0"/>
          </a:p>
          <a:p>
            <a:pPr marL="171450" indent="-171450">
              <a:lnSpc>
                <a:spcPct val="100000"/>
              </a:lnSpc>
              <a:spcBef>
                <a:spcPts val="0"/>
              </a:spcBef>
              <a:buFont typeface="Arial" panose="020B0604020202020204" pitchFamily="34" charset="0"/>
              <a:buChar char="•"/>
            </a:pPr>
            <a:r>
              <a:rPr lang="en-US" sz="1200" dirty="0"/>
              <a:t>Legal considerations, what licenses are we and the vendors who use our platform needing to prevent lawsuits and illegal activities.</a:t>
            </a:r>
          </a:p>
          <a:p>
            <a:pPr marL="171450" indent="-171450">
              <a:lnSpc>
                <a:spcPct val="100000"/>
              </a:lnSpc>
              <a:spcBef>
                <a:spcPts val="0"/>
              </a:spcBef>
              <a:buFont typeface="Arial" panose="020B0604020202020204" pitchFamily="34" charset="0"/>
              <a:buChar char="•"/>
            </a:pPr>
            <a:endParaRPr lang="en-US" sz="1200" dirty="0"/>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Arial"/>
                <a:ea typeface="+mn-ea"/>
                <a:cs typeface="+mn-cs"/>
              </a:rPr>
              <a:t>Do they have a good understanding of key risks for their projects and how to mitigate risk (external and internal)?</a:t>
            </a:r>
            <a:br>
              <a:rPr kumimoji="0" lang="en-US" sz="1200" b="1" i="0" u="none" strike="noStrike" kern="1200" cap="none" spc="0" normalizeH="0" baseline="0" noProof="0" dirty="0">
                <a:ln>
                  <a:noFill/>
                </a:ln>
                <a:effectLst/>
                <a:uLnTx/>
                <a:uFillTx/>
                <a:latin typeface="Arial"/>
                <a:ea typeface="+mn-ea"/>
                <a:cs typeface="+mn-cs"/>
              </a:rPr>
            </a:br>
            <a:endParaRPr kumimoji="0" lang="en-US" sz="1200" b="1"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lang="en-US" sz="1200" dirty="0">
                <a:latin typeface="Arial"/>
                <a:ea typeface="+mn-ea"/>
                <a:cs typeface="+mn-cs"/>
              </a:rPr>
              <a:t>Given the scope and potential scale of the project, there are many risks.</a:t>
            </a:r>
            <a:br>
              <a:rPr lang="en-US" sz="1200" dirty="0">
                <a:latin typeface="Arial"/>
                <a:ea typeface="+mn-ea"/>
                <a:cs typeface="+mn-cs"/>
              </a:rPr>
            </a:br>
            <a:endParaRPr kumimoji="0" lang="en-US" sz="1200"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Arial"/>
                <a:ea typeface="+mn-ea"/>
                <a:cs typeface="+mn-cs"/>
              </a:rPr>
              <a:t>The key risks are:</a:t>
            </a:r>
            <a:endParaRPr lang="en-US" sz="1200" dirty="0"/>
          </a:p>
        </p:txBody>
      </p:sp>
      <p:sp>
        <p:nvSpPr>
          <p:cNvPr id="6" name="Content Placeholder 5">
            <a:extLst>
              <a:ext uri="{FF2B5EF4-FFF2-40B4-BE49-F238E27FC236}">
                <a16:creationId xmlns:a16="http://schemas.microsoft.com/office/drawing/2014/main" id="{7EEF86C2-9D55-8BCE-4E38-C6C451C90E6F}"/>
              </a:ext>
            </a:extLst>
          </p:cNvPr>
          <p:cNvSpPr>
            <a:spLocks noGrp="1"/>
          </p:cNvSpPr>
          <p:nvPr>
            <p:ph sz="half" idx="2"/>
          </p:nvPr>
        </p:nvSpPr>
        <p:spPr>
          <a:xfrm>
            <a:off x="6339840" y="1607125"/>
            <a:ext cx="5242560" cy="4703733"/>
          </a:xfrm>
        </p:spPr>
        <p:txBody>
          <a:bodyPr anchor="t"/>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Arial"/>
                <a:ea typeface="+mn-ea"/>
                <a:cs typeface="+mn-cs"/>
              </a:rPr>
              <a:t>Preventing puppy mills from operating on our platform (external)</a:t>
            </a:r>
            <a:br>
              <a:rPr kumimoji="0" lang="en-US" sz="1200" i="0" u="none" strike="noStrike" kern="1200" cap="none" spc="0" normalizeH="0" baseline="0" noProof="0" dirty="0">
                <a:ln>
                  <a:noFill/>
                </a:ln>
                <a:effectLst/>
                <a:uLnTx/>
                <a:uFillTx/>
                <a:latin typeface="Arial"/>
                <a:ea typeface="+mn-ea"/>
                <a:cs typeface="+mn-cs"/>
              </a:rPr>
            </a:br>
            <a:endParaRPr kumimoji="0" lang="en-US" sz="1200" i="0" u="none" strike="noStrike" kern="1200" cap="none" spc="0" normalizeH="0" baseline="0" noProof="0" dirty="0">
              <a:ln>
                <a:noFill/>
              </a:ln>
              <a:effectLst/>
              <a:uLnTx/>
              <a:uFillTx/>
              <a:latin typeface="Arial"/>
              <a:ea typeface="+mn-ea"/>
              <a:cs typeface="+mn-cs"/>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Arial"/>
                <a:ea typeface="+mn-ea"/>
                <a:cs typeface="+mn-cs"/>
              </a:rPr>
              <a:t>Availability of animals (external)</a:t>
            </a:r>
          </a:p>
          <a:p>
            <a:pPr marL="171450" indent="-171450">
              <a:lnSpc>
                <a:spcPct val="100000"/>
              </a:lnSpc>
              <a:spcBef>
                <a:spcPts val="0"/>
              </a:spcBef>
              <a:buFont typeface="Arial" panose="020B0604020202020204" pitchFamily="34" charset="0"/>
              <a:buChar char="•"/>
            </a:pPr>
            <a:endParaRPr lang="en-US" sz="1200" dirty="0">
              <a:latin typeface="Arial"/>
              <a:ea typeface="+mn-ea"/>
              <a:cs typeface="+mn-cs"/>
            </a:endParaRPr>
          </a:p>
          <a:p>
            <a:pPr marL="171450" indent="-171450">
              <a:lnSpc>
                <a:spcPct val="100000"/>
              </a:lnSpc>
              <a:spcBef>
                <a:spcPts val="0"/>
              </a:spcBef>
              <a:buFont typeface="Arial" panose="020B0604020202020204" pitchFamily="34" charset="0"/>
              <a:buChar char="•"/>
            </a:pPr>
            <a:r>
              <a:rPr kumimoji="0" lang="en-US" sz="1200" i="0" u="none" strike="noStrike" kern="1200" cap="none" spc="0" normalizeH="0" baseline="0" noProof="0" dirty="0">
                <a:ln>
                  <a:noFill/>
                </a:ln>
                <a:effectLst/>
                <a:uLnTx/>
                <a:uFillTx/>
                <a:latin typeface="Arial"/>
                <a:ea typeface="+mn-ea"/>
                <a:cs typeface="+mn-cs"/>
              </a:rPr>
              <a:t>Poor customer reception (internal/external)</a:t>
            </a:r>
            <a:endParaRPr lang="en-US" sz="1200" dirty="0"/>
          </a:p>
          <a:p>
            <a:pPr>
              <a:lnSpc>
                <a:spcPct val="100000"/>
              </a:lnSpc>
              <a:spcBef>
                <a:spcPts val="0"/>
              </a:spcBef>
            </a:pPr>
            <a:endParaRPr lang="en-US" sz="1200" dirty="0"/>
          </a:p>
          <a:p>
            <a:pPr>
              <a:lnSpc>
                <a:spcPct val="100000"/>
              </a:lnSpc>
              <a:spcBef>
                <a:spcPts val="0"/>
              </a:spcBef>
            </a:pPr>
            <a:r>
              <a:rPr lang="en-US" sz="1200" dirty="0"/>
              <a:t>*Each of these risks have the potential to cause irreparable long-term damage to the image and performance of the application.</a:t>
            </a:r>
          </a:p>
          <a:p>
            <a:pPr>
              <a:lnSpc>
                <a:spcPct val="100000"/>
              </a:lnSpc>
              <a:spcBef>
                <a:spcPts val="0"/>
              </a:spcBef>
            </a:pPr>
            <a:endParaRPr lang="en-US" sz="1200" dirty="0"/>
          </a:p>
          <a:p>
            <a:pPr>
              <a:lnSpc>
                <a:spcPct val="100000"/>
              </a:lnSpc>
              <a:spcBef>
                <a:spcPts val="0"/>
              </a:spcBef>
            </a:pPr>
            <a:r>
              <a:rPr lang="en-US" sz="1200" b="1" dirty="0"/>
              <a:t>What additional risks would you consider for the project?</a:t>
            </a:r>
          </a:p>
          <a:p>
            <a:pPr>
              <a:lnSpc>
                <a:spcPct val="100000"/>
              </a:lnSpc>
              <a:spcBef>
                <a:spcPts val="0"/>
              </a:spcBef>
            </a:pPr>
            <a:endParaRPr lang="en-US" sz="1200" dirty="0"/>
          </a:p>
          <a:p>
            <a:pPr marL="171450" indent="-171450">
              <a:lnSpc>
                <a:spcPct val="100000"/>
              </a:lnSpc>
              <a:spcBef>
                <a:spcPts val="0"/>
              </a:spcBef>
              <a:buFont typeface="Arial" panose="020B0604020202020204" pitchFamily="34" charset="0"/>
              <a:buChar char="•"/>
            </a:pPr>
            <a:r>
              <a:rPr lang="en-US" sz="1200" dirty="0"/>
              <a:t>Not researching competitors.</a:t>
            </a:r>
          </a:p>
          <a:p>
            <a:pPr marL="171450" indent="-171450">
              <a:lnSpc>
                <a:spcPct val="100000"/>
              </a:lnSpc>
              <a:spcBef>
                <a:spcPts val="0"/>
              </a:spcBef>
              <a:buFont typeface="Arial" panose="020B0604020202020204" pitchFamily="34" charset="0"/>
              <a:buChar char="•"/>
            </a:pPr>
            <a:endParaRPr lang="en-US" sz="1200" dirty="0"/>
          </a:p>
          <a:p>
            <a:pPr marL="171450" indent="-171450">
              <a:lnSpc>
                <a:spcPct val="100000"/>
              </a:lnSpc>
              <a:spcBef>
                <a:spcPts val="0"/>
              </a:spcBef>
              <a:buFont typeface="Arial" panose="020B0604020202020204" pitchFamily="34" charset="0"/>
              <a:buChar char="•"/>
            </a:pPr>
            <a:r>
              <a:rPr lang="en-US" sz="1200" dirty="0"/>
              <a:t>Attempting to merchandise too soon could backfire.</a:t>
            </a:r>
          </a:p>
          <a:p>
            <a:pPr marL="171450" indent="-171450">
              <a:lnSpc>
                <a:spcPct val="100000"/>
              </a:lnSpc>
              <a:spcBef>
                <a:spcPts val="0"/>
              </a:spcBef>
              <a:buFont typeface="Arial" panose="020B0604020202020204" pitchFamily="34" charset="0"/>
              <a:buChar char="•"/>
            </a:pPr>
            <a:endParaRPr lang="en-US" sz="1200" dirty="0"/>
          </a:p>
          <a:p>
            <a:pPr marL="171450" indent="-171450">
              <a:lnSpc>
                <a:spcPct val="100000"/>
              </a:lnSpc>
              <a:spcBef>
                <a:spcPts val="0"/>
              </a:spcBef>
              <a:buFont typeface="Arial" panose="020B0604020202020204" pitchFamily="34" charset="0"/>
              <a:buChar char="•"/>
            </a:pPr>
            <a:r>
              <a:rPr lang="en-US" sz="1200" dirty="0"/>
              <a:t>Gaining a deeper understanding for system designs and SRS.</a:t>
            </a:r>
          </a:p>
          <a:p>
            <a:pPr marL="171450" indent="-171450">
              <a:lnSpc>
                <a:spcPct val="100000"/>
              </a:lnSpc>
              <a:spcBef>
                <a:spcPts val="0"/>
              </a:spcBef>
              <a:buFont typeface="Arial" panose="020B0604020202020204" pitchFamily="34" charset="0"/>
              <a:buChar char="•"/>
            </a:pPr>
            <a:endParaRPr lang="en-US" sz="1200" dirty="0"/>
          </a:p>
          <a:p>
            <a:pPr marL="171450" indent="-171450">
              <a:lnSpc>
                <a:spcPct val="100000"/>
              </a:lnSpc>
              <a:spcBef>
                <a:spcPts val="0"/>
              </a:spcBef>
              <a:buFont typeface="Arial" panose="020B0604020202020204" pitchFamily="34" charset="0"/>
              <a:buChar char="•"/>
            </a:pPr>
            <a:r>
              <a:rPr lang="en-US" sz="1200" dirty="0"/>
              <a:t>Are we providing our own hardware or relying on PaaS to run our software, and what costs would this incur.</a:t>
            </a:r>
          </a:p>
          <a:p>
            <a:pPr marL="171450" indent="-171450">
              <a:lnSpc>
                <a:spcPct val="100000"/>
              </a:lnSpc>
              <a:spcBef>
                <a:spcPts val="0"/>
              </a:spcBef>
              <a:buFont typeface="Arial" panose="020B0604020202020204" pitchFamily="34" charset="0"/>
              <a:buChar char="•"/>
            </a:pPr>
            <a:endParaRPr lang="en-US" sz="1200" dirty="0"/>
          </a:p>
          <a:p>
            <a:pPr marL="171450" indent="-171450">
              <a:lnSpc>
                <a:spcPct val="100000"/>
              </a:lnSpc>
              <a:spcBef>
                <a:spcPts val="0"/>
              </a:spcBef>
              <a:buFont typeface="Arial" panose="020B0604020202020204" pitchFamily="34" charset="0"/>
              <a:buChar char="•"/>
            </a:pPr>
            <a:r>
              <a:rPr lang="en-US" sz="1200" dirty="0"/>
              <a:t>Unforeseen legal issues.</a:t>
            </a:r>
          </a:p>
          <a:p>
            <a:pPr>
              <a:lnSpc>
                <a:spcPct val="100000"/>
              </a:lnSpc>
              <a:spcBef>
                <a:spcPts val="0"/>
              </a:spcBef>
            </a:pPr>
            <a:r>
              <a:rPr lang="en-US" sz="1200" dirty="0"/>
              <a:t> </a:t>
            </a:r>
          </a:p>
          <a:p>
            <a:pPr>
              <a:lnSpc>
                <a:spcPct val="100000"/>
              </a:lnSpc>
              <a:spcBef>
                <a:spcPts val="0"/>
              </a:spcBef>
            </a:pPr>
            <a:endParaRPr lang="en-US" sz="1200" dirty="0"/>
          </a:p>
        </p:txBody>
      </p:sp>
      <p:sp>
        <p:nvSpPr>
          <p:cNvPr id="2" name="Title 1">
            <a:extLst>
              <a:ext uri="{FF2B5EF4-FFF2-40B4-BE49-F238E27FC236}">
                <a16:creationId xmlns:a16="http://schemas.microsoft.com/office/drawing/2014/main" id="{8687D9B0-8374-8867-89AE-3848CA5CF48B}"/>
              </a:ext>
            </a:extLst>
          </p:cNvPr>
          <p:cNvSpPr>
            <a:spLocks noGrp="1"/>
          </p:cNvSpPr>
          <p:nvPr>
            <p:ph type="title"/>
          </p:nvPr>
        </p:nvSpPr>
        <p:spPr/>
        <p:txBody>
          <a:bodyPr/>
          <a:lstStyle/>
          <a:p>
            <a:r>
              <a:rPr lang="en-US" dirty="0"/>
              <a:t>Project Level Summary Evaluations</a:t>
            </a:r>
            <a:br>
              <a:rPr lang="en-US" dirty="0"/>
            </a:br>
            <a:r>
              <a:rPr lang="en-US" dirty="0"/>
              <a:t>Session Two - Analysis and Design</a:t>
            </a:r>
          </a:p>
        </p:txBody>
      </p:sp>
    </p:spTree>
    <p:extLst>
      <p:ext uri="{BB962C8B-B14F-4D97-AF65-F5344CB8AC3E}">
        <p14:creationId xmlns:p14="http://schemas.microsoft.com/office/powerpoint/2010/main" val="3676711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3961B45-EC0C-7E11-13DE-AAC0014C8CC6}"/>
              </a:ext>
            </a:extLst>
          </p:cNvPr>
          <p:cNvSpPr>
            <a:spLocks noGrp="1"/>
          </p:cNvSpPr>
          <p:nvPr>
            <p:ph sz="half" idx="1"/>
          </p:nvPr>
        </p:nvSpPr>
        <p:spPr>
          <a:xfrm>
            <a:off x="609600" y="1607127"/>
            <a:ext cx="5242560" cy="5180259"/>
          </a:xfrm>
        </p:spPr>
        <p:txBody>
          <a:bodyPr anchor="t"/>
          <a:lstStyle/>
          <a:p>
            <a:pPr>
              <a:lnSpc>
                <a:spcPct val="100000"/>
              </a:lnSpc>
              <a:spcBef>
                <a:spcPts val="0"/>
              </a:spcBef>
            </a:pPr>
            <a:r>
              <a:rPr lang="en-US" sz="1200" b="1" dirty="0"/>
              <a:t>What would you do better or differently?</a:t>
            </a:r>
          </a:p>
          <a:p>
            <a:pPr>
              <a:lnSpc>
                <a:spcPct val="100000"/>
              </a:lnSpc>
              <a:spcBef>
                <a:spcPts val="0"/>
              </a:spcBef>
            </a:pPr>
            <a:endParaRPr lang="en-US" sz="1200" b="1" dirty="0"/>
          </a:p>
          <a:p>
            <a:pPr>
              <a:lnSpc>
                <a:spcPct val="100000"/>
              </a:lnSpc>
              <a:spcBef>
                <a:spcPts val="0"/>
              </a:spcBef>
            </a:pPr>
            <a:r>
              <a:rPr lang="en-US" sz="1200" dirty="0"/>
              <a:t>Research corresponding tools and libraries to conduct applicable tests covering full spectrum application functions. In reference to Django testing familiarize ourselves with the frameworks being used. Put our tests into classes as methods so that they work with unit test. Will be using a series of special assertion methods in the </a:t>
            </a:r>
            <a:r>
              <a:rPr lang="en-US" sz="1200" dirty="0" err="1"/>
              <a:t>unittest.TestCase</a:t>
            </a:r>
            <a:r>
              <a:rPr lang="en-US" sz="1200" dirty="0"/>
              <a:t> class instead of the built-in assert statements so that means we need to be familiar and better prepared when we reach this step.</a:t>
            </a:r>
          </a:p>
          <a:p>
            <a:pPr>
              <a:lnSpc>
                <a:spcPct val="100000"/>
              </a:lnSpc>
              <a:spcBef>
                <a:spcPts val="0"/>
              </a:spcBef>
            </a:pPr>
            <a:endParaRPr lang="en-US" sz="1200" dirty="0"/>
          </a:p>
          <a:p>
            <a:pPr marL="0" marR="0" lvl="0" indent="0" defTabSz="914400" rtl="0" eaLnBrk="1" fontAlgn="auto" latinLnBrk="0" hangingPunct="1">
              <a:lnSpc>
                <a:spcPct val="100000"/>
              </a:lnSpc>
              <a:spcBef>
                <a:spcPts val="0"/>
              </a:spcBef>
              <a:buClrTx/>
              <a:buSzTx/>
              <a:buFontTx/>
              <a:buNone/>
              <a:tabLst/>
              <a:defRPr/>
            </a:pPr>
            <a:r>
              <a:rPr kumimoji="0" lang="en-US" sz="1200" b="1" i="0" u="none" strike="noStrike" kern="1200" cap="none" spc="0" normalizeH="0" baseline="0" noProof="0" dirty="0">
                <a:ln>
                  <a:noFill/>
                </a:ln>
                <a:effectLst/>
                <a:uLnTx/>
                <a:uFillTx/>
                <a:latin typeface="Arial"/>
                <a:ea typeface="+mn-ea"/>
                <a:cs typeface="+mn-cs"/>
              </a:rPr>
              <a:t>Do you get a good understanding of their testing process or the thoroughness of their testing? Yes, or no, Explain either way.</a:t>
            </a:r>
          </a:p>
          <a:p>
            <a:pPr marL="0" marR="0" lvl="0" indent="0" defTabSz="914400" rtl="0" eaLnBrk="1" fontAlgn="auto" latinLnBrk="0" hangingPunct="1">
              <a:lnSpc>
                <a:spcPct val="100000"/>
              </a:lnSpc>
              <a:spcBef>
                <a:spcPts val="0"/>
              </a:spcBef>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buClrTx/>
              <a:buSzTx/>
              <a:buFontTx/>
              <a:buNone/>
              <a:tabLst/>
              <a:defRPr/>
            </a:pPr>
            <a:r>
              <a:rPr kumimoji="0" lang="en-US" sz="1200" i="0" u="none" strike="noStrike" kern="1200" cap="none" spc="0" normalizeH="0" baseline="0" noProof="0" dirty="0">
                <a:ln>
                  <a:noFill/>
                </a:ln>
                <a:effectLst/>
                <a:uLnTx/>
                <a:uFillTx/>
                <a:latin typeface="Arial"/>
                <a:ea typeface="+mn-ea"/>
                <a:cs typeface="+mn-cs"/>
              </a:rPr>
              <a:t>Yes, specified test methods have been identified for all frameworks throughout our web application.</a:t>
            </a:r>
          </a:p>
          <a:p>
            <a:pPr marL="0" marR="0" lvl="0" indent="0" defTabSz="914400" rtl="0" eaLnBrk="1" fontAlgn="auto" latinLnBrk="0" hangingPunct="1">
              <a:lnSpc>
                <a:spcPct val="100000"/>
              </a:lnSpc>
              <a:spcBef>
                <a:spcPts val="0"/>
              </a:spcBef>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buClrTx/>
              <a:buSzTx/>
              <a:buFontTx/>
              <a:buNone/>
              <a:tabLst/>
              <a:defRPr/>
            </a:pPr>
            <a:r>
              <a:rPr kumimoji="0" lang="en-US" sz="1200" b="1" i="0" u="none" strike="noStrike" kern="1200" cap="none" spc="0" normalizeH="0" baseline="0" noProof="0" dirty="0">
                <a:ln>
                  <a:noFill/>
                </a:ln>
                <a:effectLst/>
                <a:uLnTx/>
                <a:uFillTx/>
                <a:latin typeface="Arial"/>
                <a:ea typeface="+mn-ea"/>
                <a:cs typeface="+mn-cs"/>
              </a:rPr>
              <a:t>Is there traceability from requirements?</a:t>
            </a:r>
          </a:p>
          <a:p>
            <a:pPr marL="0" marR="0" lvl="0" indent="0" defTabSz="914400" rtl="0" eaLnBrk="1" fontAlgn="auto" latinLnBrk="0" hangingPunct="1">
              <a:lnSpc>
                <a:spcPct val="100000"/>
              </a:lnSpc>
              <a:spcBef>
                <a:spcPts val="0"/>
              </a:spcBef>
              <a:buClrTx/>
              <a:buSzTx/>
              <a:buFontTx/>
              <a:buNone/>
              <a:tabLst/>
              <a:defRPr/>
            </a:pPr>
            <a:endParaRPr kumimoji="0" lang="en-US" sz="1200" b="1" i="0" u="none" strike="noStrike" kern="1200" cap="none" spc="0" normalizeH="0" baseline="0" noProof="0" dirty="0">
              <a:ln>
                <a:noFill/>
              </a:ln>
              <a:effectLst/>
              <a:uLnTx/>
              <a:uFillTx/>
              <a:latin typeface="Arial"/>
              <a:ea typeface="+mn-ea"/>
              <a:cs typeface="+mn-cs"/>
            </a:endParaRPr>
          </a:p>
          <a:p>
            <a:pPr marL="0" marR="0" lvl="0" indent="0" defTabSz="914400" rtl="0" eaLnBrk="1" fontAlgn="auto" latinLnBrk="0" hangingPunct="1">
              <a:lnSpc>
                <a:spcPct val="100000"/>
              </a:lnSpc>
              <a:spcBef>
                <a:spcPts val="0"/>
              </a:spcBef>
              <a:buClrTx/>
              <a:buSzTx/>
              <a:buFontTx/>
              <a:buNone/>
              <a:tabLst/>
              <a:defRPr/>
            </a:pPr>
            <a:r>
              <a:rPr kumimoji="0" lang="en-US" sz="1200" i="0" u="none" strike="noStrike" kern="1200" cap="none" spc="0" normalizeH="0" baseline="0" noProof="0" dirty="0">
                <a:ln>
                  <a:noFill/>
                </a:ln>
                <a:effectLst/>
                <a:uLnTx/>
                <a:uFillTx/>
                <a:latin typeface="Arial"/>
                <a:ea typeface="+mn-ea"/>
                <a:cs typeface="+mn-cs"/>
              </a:rPr>
              <a:t>Yes, not only will all the testing being done be monetizable, but all automated testing will be automatically inputted into a systems folder within the database.</a:t>
            </a:r>
          </a:p>
          <a:p>
            <a:pPr>
              <a:lnSpc>
                <a:spcPct val="100000"/>
              </a:lnSpc>
              <a:spcBef>
                <a:spcPts val="0"/>
              </a:spcBef>
            </a:pPr>
            <a:endParaRPr lang="en-US" sz="1200" dirty="0"/>
          </a:p>
          <a:p>
            <a:pPr>
              <a:lnSpc>
                <a:spcPct val="100000"/>
              </a:lnSpc>
              <a:spcBef>
                <a:spcPts val="0"/>
              </a:spcBef>
            </a:pPr>
            <a:r>
              <a:rPr lang="en-US" sz="1200" b="1" dirty="0"/>
              <a:t>Do they have a test plan and test cases? If so, describe the quality. How do they apply to the three testing concepts of verify, validate, and explore?</a:t>
            </a:r>
          </a:p>
          <a:p>
            <a:pPr>
              <a:lnSpc>
                <a:spcPct val="100000"/>
              </a:lnSpc>
              <a:spcBef>
                <a:spcPts val="0"/>
              </a:spcBef>
            </a:pPr>
            <a:endParaRPr lang="en-US" sz="1200" dirty="0"/>
          </a:p>
          <a:p>
            <a:pPr>
              <a:lnSpc>
                <a:spcPct val="100000"/>
              </a:lnSpc>
              <a:spcBef>
                <a:spcPts val="0"/>
              </a:spcBef>
            </a:pPr>
            <a:r>
              <a:rPr lang="en-US" sz="1200" dirty="0"/>
              <a:t>There are several methods to be employed on the application. Targeting all testing components.. </a:t>
            </a:r>
          </a:p>
          <a:p>
            <a:pPr>
              <a:lnSpc>
                <a:spcPct val="100000"/>
              </a:lnSpc>
              <a:spcBef>
                <a:spcPts val="0"/>
              </a:spcBef>
            </a:pPr>
            <a:endParaRPr lang="en-US" sz="1200" dirty="0"/>
          </a:p>
        </p:txBody>
      </p:sp>
      <p:sp>
        <p:nvSpPr>
          <p:cNvPr id="6" name="Content Placeholder 5">
            <a:extLst>
              <a:ext uri="{FF2B5EF4-FFF2-40B4-BE49-F238E27FC236}">
                <a16:creationId xmlns:a16="http://schemas.microsoft.com/office/drawing/2014/main" id="{7EEF86C2-9D55-8BCE-4E38-C6C451C90E6F}"/>
              </a:ext>
            </a:extLst>
          </p:cNvPr>
          <p:cNvSpPr>
            <a:spLocks noGrp="1"/>
          </p:cNvSpPr>
          <p:nvPr>
            <p:ph sz="half" idx="2"/>
          </p:nvPr>
        </p:nvSpPr>
        <p:spPr>
          <a:xfrm>
            <a:off x="6339840" y="1607125"/>
            <a:ext cx="5242560" cy="4703733"/>
          </a:xfrm>
        </p:spPr>
        <p:txBody>
          <a:bodyPr anchor="t"/>
          <a:lstStyle/>
          <a:p>
            <a:pPr>
              <a:lnSpc>
                <a:spcPct val="100000"/>
              </a:lnSpc>
              <a:spcBef>
                <a:spcPts val="0"/>
              </a:spcBef>
            </a:pPr>
            <a:r>
              <a:rPr lang="en-US" sz="1200" b="1" dirty="0"/>
              <a:t>Exploratory testing: </a:t>
            </a:r>
            <a:r>
              <a:rPr lang="en-US" sz="1200" dirty="0"/>
              <a:t>Checking the features and experiment using them. Form of manual testing, done without a plan, exploring application.</a:t>
            </a:r>
          </a:p>
          <a:p>
            <a:pPr>
              <a:lnSpc>
                <a:spcPct val="100000"/>
              </a:lnSpc>
              <a:spcBef>
                <a:spcPts val="0"/>
              </a:spcBef>
            </a:pPr>
            <a:endParaRPr lang="en-US" sz="1200" dirty="0"/>
          </a:p>
          <a:p>
            <a:pPr>
              <a:lnSpc>
                <a:spcPct val="100000"/>
              </a:lnSpc>
              <a:spcBef>
                <a:spcPts val="0"/>
              </a:spcBef>
            </a:pPr>
            <a:r>
              <a:rPr lang="en-US" sz="1200" b="1" dirty="0"/>
              <a:t>Complete set of manual tests: </a:t>
            </a:r>
            <a:r>
              <a:rPr lang="en-US" sz="1200" dirty="0"/>
              <a:t>list of all the features within our application with the different types of input it can accept, and the expected results. (Cross checking all items on list after changes are made)</a:t>
            </a:r>
          </a:p>
          <a:p>
            <a:pPr>
              <a:lnSpc>
                <a:spcPct val="100000"/>
              </a:lnSpc>
              <a:spcBef>
                <a:spcPts val="0"/>
              </a:spcBef>
            </a:pPr>
            <a:endParaRPr lang="en-US" sz="1200" dirty="0"/>
          </a:p>
          <a:p>
            <a:pPr>
              <a:lnSpc>
                <a:spcPct val="100000"/>
              </a:lnSpc>
              <a:spcBef>
                <a:spcPts val="0"/>
              </a:spcBef>
            </a:pPr>
            <a:r>
              <a:rPr lang="en-US" sz="1200" b="1" dirty="0"/>
              <a:t>Automated testing: </a:t>
            </a:r>
            <a:r>
              <a:rPr lang="en-US" sz="1200" dirty="0"/>
              <a:t>Execution of test plan Chronological through script. Verifying desired inputs and outputs. </a:t>
            </a:r>
          </a:p>
          <a:p>
            <a:pPr>
              <a:lnSpc>
                <a:spcPct val="100000"/>
              </a:lnSpc>
              <a:spcBef>
                <a:spcPts val="0"/>
              </a:spcBef>
            </a:pPr>
            <a:endParaRPr lang="en-US" sz="1200" dirty="0"/>
          </a:p>
          <a:p>
            <a:pPr>
              <a:lnSpc>
                <a:spcPct val="100000"/>
              </a:lnSpc>
              <a:spcBef>
                <a:spcPts val="0"/>
              </a:spcBef>
            </a:pPr>
            <a:r>
              <a:rPr lang="en-US" sz="1200" b="1" dirty="0"/>
              <a:t>Unit Tests: </a:t>
            </a:r>
            <a:r>
              <a:rPr lang="en-US" sz="1200" dirty="0"/>
              <a:t>Write unit tests for all built-in functions. </a:t>
            </a:r>
          </a:p>
          <a:p>
            <a:pPr>
              <a:lnSpc>
                <a:spcPct val="100000"/>
              </a:lnSpc>
              <a:spcBef>
                <a:spcPts val="0"/>
              </a:spcBef>
            </a:pPr>
            <a:endParaRPr lang="en-US" sz="1200" dirty="0"/>
          </a:p>
          <a:p>
            <a:pPr>
              <a:lnSpc>
                <a:spcPct val="100000"/>
              </a:lnSpc>
              <a:spcBef>
                <a:spcPts val="0"/>
              </a:spcBef>
            </a:pPr>
            <a:r>
              <a:rPr lang="en-US" sz="1200" b="1" dirty="0"/>
              <a:t>Unittest: </a:t>
            </a:r>
            <a:r>
              <a:rPr lang="en-US" sz="1200" dirty="0"/>
              <a:t>Utilize unittest test cases and the unittest test runner: The principles of unittest are easily portable to other frameworks for future flexibility.</a:t>
            </a:r>
          </a:p>
          <a:p>
            <a:pPr>
              <a:lnSpc>
                <a:spcPct val="100000"/>
              </a:lnSpc>
              <a:spcBef>
                <a:spcPts val="0"/>
              </a:spcBef>
            </a:pPr>
            <a:endParaRPr lang="en-US" sz="1200" dirty="0"/>
          </a:p>
          <a:p>
            <a:pPr>
              <a:lnSpc>
                <a:spcPct val="100000"/>
              </a:lnSpc>
              <a:spcBef>
                <a:spcPts val="0"/>
              </a:spcBef>
            </a:pPr>
            <a:r>
              <a:rPr lang="en-US" sz="1200" b="1" dirty="0"/>
              <a:t>Django: </a:t>
            </a:r>
            <a:r>
              <a:rPr lang="en-US" sz="1200" dirty="0"/>
              <a:t>Test how web applications works on unittest to validate code you’re going to be using in a web application. The routes, views, and models require imports.</a:t>
            </a:r>
          </a:p>
          <a:p>
            <a:pPr>
              <a:lnSpc>
                <a:spcPct val="100000"/>
              </a:lnSpc>
              <a:spcBef>
                <a:spcPts val="0"/>
              </a:spcBef>
            </a:pPr>
            <a:endParaRPr lang="en-US" sz="1200" dirty="0"/>
          </a:p>
          <a:p>
            <a:pPr>
              <a:lnSpc>
                <a:spcPct val="100000"/>
              </a:lnSpc>
              <a:spcBef>
                <a:spcPts val="0"/>
              </a:spcBef>
            </a:pPr>
            <a:r>
              <a:rPr lang="en-US" sz="1200" b="1" dirty="0"/>
              <a:t>How would your new functional requirements for the project impact the testing process?</a:t>
            </a:r>
          </a:p>
          <a:p>
            <a:pPr>
              <a:lnSpc>
                <a:spcPct val="100000"/>
              </a:lnSpc>
              <a:spcBef>
                <a:spcPts val="0"/>
              </a:spcBef>
            </a:pPr>
            <a:endParaRPr lang="en-US" sz="1200" dirty="0"/>
          </a:p>
          <a:p>
            <a:pPr>
              <a:lnSpc>
                <a:spcPct val="100000"/>
              </a:lnSpc>
              <a:spcBef>
                <a:spcPts val="0"/>
              </a:spcBef>
            </a:pPr>
            <a:r>
              <a:rPr lang="en-US" sz="1200" dirty="0"/>
              <a:t>Sadly, all great things take time to build righting tests along with code will be very intensive and time consuming. The knowledge gap learning to write tests properly will be the biggest challenge. Along with methods and syntax.</a:t>
            </a:r>
          </a:p>
        </p:txBody>
      </p:sp>
      <p:sp>
        <p:nvSpPr>
          <p:cNvPr id="2" name="Title 1">
            <a:extLst>
              <a:ext uri="{FF2B5EF4-FFF2-40B4-BE49-F238E27FC236}">
                <a16:creationId xmlns:a16="http://schemas.microsoft.com/office/drawing/2014/main" id="{8687D9B0-8374-8867-89AE-3848CA5CF48B}"/>
              </a:ext>
            </a:extLst>
          </p:cNvPr>
          <p:cNvSpPr>
            <a:spLocks noGrp="1"/>
          </p:cNvSpPr>
          <p:nvPr>
            <p:ph type="title"/>
          </p:nvPr>
        </p:nvSpPr>
        <p:spPr/>
        <p:txBody>
          <a:bodyPr/>
          <a:lstStyle/>
          <a:p>
            <a:r>
              <a:rPr lang="en-US" dirty="0"/>
              <a:t>Project Level Summary Evaluations</a:t>
            </a:r>
            <a:br>
              <a:rPr lang="en-US" dirty="0"/>
            </a:br>
            <a:r>
              <a:rPr lang="en-US" dirty="0"/>
              <a:t>Session Three - Testing</a:t>
            </a:r>
          </a:p>
        </p:txBody>
      </p:sp>
    </p:spTree>
    <p:extLst>
      <p:ext uri="{BB962C8B-B14F-4D97-AF65-F5344CB8AC3E}">
        <p14:creationId xmlns:p14="http://schemas.microsoft.com/office/powerpoint/2010/main" val="3477355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2E5A6-EC40-1D88-A41B-0EC13CD10C75}"/>
              </a:ext>
            </a:extLst>
          </p:cNvPr>
          <p:cNvSpPr>
            <a:spLocks noGrp="1"/>
          </p:cNvSpPr>
          <p:nvPr>
            <p:ph type="title"/>
          </p:nvPr>
        </p:nvSpPr>
        <p:spPr/>
        <p:txBody>
          <a:bodyPr/>
          <a:lstStyle/>
          <a:p>
            <a:r>
              <a:rPr lang="en-US" dirty="0"/>
              <a:t>Use Case Diagram</a:t>
            </a:r>
          </a:p>
        </p:txBody>
      </p:sp>
      <p:sp>
        <p:nvSpPr>
          <p:cNvPr id="4" name="Rectangle 2">
            <a:extLst>
              <a:ext uri="{FF2B5EF4-FFF2-40B4-BE49-F238E27FC236}">
                <a16:creationId xmlns:a16="http://schemas.microsoft.com/office/drawing/2014/main" id="{6385F5AD-0BC1-CA7C-8E2F-F450D4B46BB7}"/>
              </a:ext>
            </a:extLst>
          </p:cNvPr>
          <p:cNvSpPr>
            <a:spLocks noChangeArrowheads="1"/>
          </p:cNvSpPr>
          <p:nvPr/>
        </p:nvSpPr>
        <p:spPr bwMode="auto">
          <a:xfrm flipV="1">
            <a:off x="6958357" y="-1089611"/>
            <a:ext cx="99339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2FC85EF4-595A-0BC1-D6F1-75A6D10FBF54}"/>
              </a:ext>
            </a:extLst>
          </p:cNvPr>
          <p:cNvGraphicFramePr>
            <a:graphicFrameLocks noChangeAspect="1"/>
          </p:cNvGraphicFramePr>
          <p:nvPr>
            <p:extLst>
              <p:ext uri="{D42A27DB-BD31-4B8C-83A1-F6EECF244321}">
                <p14:modId xmlns:p14="http://schemas.microsoft.com/office/powerpoint/2010/main" val="3947727623"/>
              </p:ext>
            </p:extLst>
          </p:nvPr>
        </p:nvGraphicFramePr>
        <p:xfrm>
          <a:off x="3931008" y="1514061"/>
          <a:ext cx="3915162" cy="5226943"/>
        </p:xfrm>
        <a:graphic>
          <a:graphicData uri="http://schemas.openxmlformats.org/presentationml/2006/ole">
            <mc:AlternateContent xmlns:mc="http://schemas.openxmlformats.org/markup-compatibility/2006">
              <mc:Choice xmlns:v="urn:schemas-microsoft-com:vml" Requires="v">
                <p:oleObj name="Visio" r:id="rId2" imgW="6927925" imgH="9252002" progId="Visio.Drawing.15">
                  <p:embed/>
                </p:oleObj>
              </mc:Choice>
              <mc:Fallback>
                <p:oleObj name="Visio" r:id="rId2" imgW="6927925" imgH="9252002" progId="Visio.Drawing.15">
                  <p:embed/>
                  <p:pic>
                    <p:nvPicPr>
                      <p:cNvPr id="5" name="Object 4">
                        <a:extLst>
                          <a:ext uri="{FF2B5EF4-FFF2-40B4-BE49-F238E27FC236}">
                            <a16:creationId xmlns:a16="http://schemas.microsoft.com/office/drawing/2014/main" id="{2FC85EF4-595A-0BC1-D6F1-75A6D10FB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1008" y="1514061"/>
                        <a:ext cx="3915162" cy="5226943"/>
                      </a:xfrm>
                      <a:prstGeom prst="rect">
                        <a:avLst/>
                      </a:prstGeom>
                      <a:noFill/>
                    </p:spPr>
                  </p:pic>
                </p:oleObj>
              </mc:Fallback>
            </mc:AlternateContent>
          </a:graphicData>
        </a:graphic>
      </p:graphicFrame>
    </p:spTree>
    <p:extLst>
      <p:ext uri="{BB962C8B-B14F-4D97-AF65-F5344CB8AC3E}">
        <p14:creationId xmlns:p14="http://schemas.microsoft.com/office/powerpoint/2010/main" val="2007089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8C45-81D1-4FD3-D01F-8E58B0AD19E8}"/>
              </a:ext>
            </a:extLst>
          </p:cNvPr>
          <p:cNvSpPr>
            <a:spLocks noGrp="1"/>
          </p:cNvSpPr>
          <p:nvPr>
            <p:ph type="title"/>
          </p:nvPr>
        </p:nvSpPr>
        <p:spPr/>
        <p:txBody>
          <a:bodyPr/>
          <a:lstStyle/>
          <a:p>
            <a:r>
              <a:rPr lang="en-US" dirty="0"/>
              <a:t>Class Diagram</a:t>
            </a:r>
          </a:p>
        </p:txBody>
      </p:sp>
      <p:pic>
        <p:nvPicPr>
          <p:cNvPr id="4" name="Picture 3">
            <a:extLst>
              <a:ext uri="{FF2B5EF4-FFF2-40B4-BE49-F238E27FC236}">
                <a16:creationId xmlns:a16="http://schemas.microsoft.com/office/drawing/2014/main" id="{3E07F552-9D03-D2D0-1464-89E1F597B9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6181" y="1588601"/>
            <a:ext cx="5916930" cy="4573270"/>
          </a:xfrm>
          <a:prstGeom prst="rect">
            <a:avLst/>
          </a:prstGeom>
        </p:spPr>
      </p:pic>
    </p:spTree>
    <p:extLst>
      <p:ext uri="{BB962C8B-B14F-4D97-AF65-F5344CB8AC3E}">
        <p14:creationId xmlns:p14="http://schemas.microsoft.com/office/powerpoint/2010/main" val="3422323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0999B3-4FA8-C468-1813-4FCE6DADDCA6}"/>
              </a:ext>
            </a:extLst>
          </p:cNvPr>
          <p:cNvSpPr>
            <a:spLocks noGrp="1"/>
          </p:cNvSpPr>
          <p:nvPr>
            <p:ph type="title"/>
          </p:nvPr>
        </p:nvSpPr>
        <p:spPr/>
        <p:txBody>
          <a:bodyPr/>
          <a:lstStyle/>
          <a:p>
            <a:r>
              <a:rPr lang="en-US" dirty="0"/>
              <a:t>Sequence Diagrams</a:t>
            </a:r>
          </a:p>
        </p:txBody>
      </p:sp>
      <p:pic>
        <p:nvPicPr>
          <p:cNvPr id="7" name="Content Placeholder 6">
            <a:extLst>
              <a:ext uri="{FF2B5EF4-FFF2-40B4-BE49-F238E27FC236}">
                <a16:creationId xmlns:a16="http://schemas.microsoft.com/office/drawing/2014/main" id="{49AC9584-522B-CEB9-25BB-C87F777FF2C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8730" y="1967013"/>
            <a:ext cx="4993686" cy="3839072"/>
          </a:xfrm>
          <a:prstGeom prst="rect">
            <a:avLst/>
          </a:prstGeom>
        </p:spPr>
      </p:pic>
      <p:pic>
        <p:nvPicPr>
          <p:cNvPr id="8" name="Content Placeholder 7">
            <a:extLst>
              <a:ext uri="{FF2B5EF4-FFF2-40B4-BE49-F238E27FC236}">
                <a16:creationId xmlns:a16="http://schemas.microsoft.com/office/drawing/2014/main" id="{C2EEC45E-5380-ECD4-843C-89C23D9B7F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0" y="1967012"/>
            <a:ext cx="5241925" cy="3839071"/>
          </a:xfrm>
          <a:prstGeom prst="rect">
            <a:avLst/>
          </a:prstGeom>
        </p:spPr>
      </p:pic>
      <p:sp>
        <p:nvSpPr>
          <p:cNvPr id="9" name="TextBox 8">
            <a:extLst>
              <a:ext uri="{FF2B5EF4-FFF2-40B4-BE49-F238E27FC236}">
                <a16:creationId xmlns:a16="http://schemas.microsoft.com/office/drawing/2014/main" id="{4EDE353A-F952-758E-AF43-0B683DE36828}"/>
              </a:ext>
            </a:extLst>
          </p:cNvPr>
          <p:cNvSpPr txBox="1"/>
          <p:nvPr/>
        </p:nvSpPr>
        <p:spPr>
          <a:xfrm>
            <a:off x="2176332" y="1792616"/>
            <a:ext cx="1998482" cy="348792"/>
          </a:xfrm>
          <a:prstGeom prst="rect">
            <a:avLst/>
          </a:prstGeom>
          <a:noFill/>
        </p:spPr>
        <p:txBody>
          <a:bodyPr wrap="none" lIns="0" tIns="0" rIns="0" bIns="0" rtlCol="0" anchor="ctr">
            <a:noAutofit/>
          </a:bodyPr>
          <a:lstStyle/>
          <a:p>
            <a:pPr algn="ctr">
              <a:lnSpc>
                <a:spcPct val="90000"/>
              </a:lnSpc>
            </a:pPr>
            <a:r>
              <a:rPr lang="en-US" sz="1600" dirty="0">
                <a:solidFill>
                  <a:schemeClr val="tx2"/>
                </a:solidFill>
                <a:latin typeface="Tahoma" panose="020B0604030504040204" pitchFamily="34" charset="0"/>
                <a:ea typeface="Tahoma" panose="020B0604030504040204" pitchFamily="34" charset="0"/>
                <a:cs typeface="Tahoma" panose="020B0604030504040204" pitchFamily="34" charset="0"/>
              </a:rPr>
              <a:t>Registered User</a:t>
            </a:r>
          </a:p>
        </p:txBody>
      </p:sp>
      <p:sp>
        <p:nvSpPr>
          <p:cNvPr id="10" name="TextBox 9">
            <a:extLst>
              <a:ext uri="{FF2B5EF4-FFF2-40B4-BE49-F238E27FC236}">
                <a16:creationId xmlns:a16="http://schemas.microsoft.com/office/drawing/2014/main" id="{29388AD7-A234-8A00-944E-C22F0D793523}"/>
              </a:ext>
            </a:extLst>
          </p:cNvPr>
          <p:cNvSpPr txBox="1"/>
          <p:nvPr/>
        </p:nvSpPr>
        <p:spPr>
          <a:xfrm>
            <a:off x="7717721" y="1792616"/>
            <a:ext cx="1998482" cy="348792"/>
          </a:xfrm>
          <a:prstGeom prst="rect">
            <a:avLst/>
          </a:prstGeom>
          <a:noFill/>
        </p:spPr>
        <p:txBody>
          <a:bodyPr wrap="none" lIns="0" tIns="0" rIns="0" bIns="0" rtlCol="0" anchor="ctr">
            <a:noAutofit/>
          </a:bodyPr>
          <a:lstStyle/>
          <a:p>
            <a:pPr algn="ctr">
              <a:lnSpc>
                <a:spcPct val="90000"/>
              </a:lnSpc>
            </a:pPr>
            <a:r>
              <a:rPr lang="en-US" sz="1600" dirty="0">
                <a:solidFill>
                  <a:schemeClr val="tx2"/>
                </a:solidFill>
                <a:latin typeface="Tahoma" panose="020B0604030504040204" pitchFamily="34" charset="0"/>
                <a:ea typeface="Tahoma" panose="020B0604030504040204" pitchFamily="34" charset="0"/>
                <a:cs typeface="Tahoma" panose="020B0604030504040204" pitchFamily="34" charset="0"/>
              </a:rPr>
              <a:t>Guest User</a:t>
            </a:r>
          </a:p>
        </p:txBody>
      </p:sp>
    </p:spTree>
    <p:extLst>
      <p:ext uri="{BB962C8B-B14F-4D97-AF65-F5344CB8AC3E}">
        <p14:creationId xmlns:p14="http://schemas.microsoft.com/office/powerpoint/2010/main" val="148510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047A-C653-1089-32BA-B21F44E35DD5}"/>
              </a:ext>
            </a:extLst>
          </p:cNvPr>
          <p:cNvSpPr>
            <a:spLocks noGrp="1"/>
          </p:cNvSpPr>
          <p:nvPr>
            <p:ph type="title"/>
          </p:nvPr>
        </p:nvSpPr>
        <p:spPr/>
        <p:txBody>
          <a:bodyPr/>
          <a:lstStyle/>
          <a:p>
            <a:r>
              <a:rPr lang="en-US" dirty="0"/>
              <a:t>Sequence Diagram</a:t>
            </a:r>
          </a:p>
        </p:txBody>
      </p:sp>
      <p:pic>
        <p:nvPicPr>
          <p:cNvPr id="3" name="Picture 2">
            <a:extLst>
              <a:ext uri="{FF2B5EF4-FFF2-40B4-BE49-F238E27FC236}">
                <a16:creationId xmlns:a16="http://schemas.microsoft.com/office/drawing/2014/main" id="{6A5175F9-8451-1D83-2D22-0C5BAAC39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2518" y="2141408"/>
            <a:ext cx="5426964" cy="4115448"/>
          </a:xfrm>
          <a:prstGeom prst="rect">
            <a:avLst/>
          </a:prstGeom>
        </p:spPr>
      </p:pic>
      <p:sp>
        <p:nvSpPr>
          <p:cNvPr id="4" name="TextBox 3">
            <a:extLst>
              <a:ext uri="{FF2B5EF4-FFF2-40B4-BE49-F238E27FC236}">
                <a16:creationId xmlns:a16="http://schemas.microsoft.com/office/drawing/2014/main" id="{6F032052-410C-CE8C-5D10-8B0A289BDAEF}"/>
              </a:ext>
            </a:extLst>
          </p:cNvPr>
          <p:cNvSpPr txBox="1"/>
          <p:nvPr/>
        </p:nvSpPr>
        <p:spPr>
          <a:xfrm>
            <a:off x="5096759" y="1877457"/>
            <a:ext cx="1998482" cy="348792"/>
          </a:xfrm>
          <a:prstGeom prst="rect">
            <a:avLst/>
          </a:prstGeom>
          <a:noFill/>
        </p:spPr>
        <p:txBody>
          <a:bodyPr wrap="none" lIns="0" tIns="0" rIns="0" bIns="0" rtlCol="0" anchor="ctr">
            <a:noAutofit/>
          </a:bodyPr>
          <a:lstStyle/>
          <a:p>
            <a:pPr algn="ctr">
              <a:lnSpc>
                <a:spcPct val="90000"/>
              </a:lnSpc>
            </a:pPr>
            <a:r>
              <a:rPr lang="en-US" sz="1600" dirty="0">
                <a:solidFill>
                  <a:schemeClr val="tx2"/>
                </a:solidFill>
                <a:latin typeface="Tahoma" panose="020B0604030504040204" pitchFamily="34" charset="0"/>
                <a:ea typeface="Tahoma" panose="020B0604030504040204" pitchFamily="34" charset="0"/>
                <a:cs typeface="Tahoma" panose="020B0604030504040204" pitchFamily="34" charset="0"/>
              </a:rPr>
              <a:t>Trainer</a:t>
            </a:r>
          </a:p>
        </p:txBody>
      </p:sp>
    </p:spTree>
    <p:extLst>
      <p:ext uri="{BB962C8B-B14F-4D97-AF65-F5344CB8AC3E}">
        <p14:creationId xmlns:p14="http://schemas.microsoft.com/office/powerpoint/2010/main" val="3700955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C1A2-A2EE-8B84-1C81-C95FE7168EDA}"/>
              </a:ext>
            </a:extLst>
          </p:cNvPr>
          <p:cNvSpPr>
            <a:spLocks noGrp="1"/>
          </p:cNvSpPr>
          <p:nvPr>
            <p:ph type="title"/>
          </p:nvPr>
        </p:nvSpPr>
        <p:spPr/>
        <p:txBody>
          <a:bodyPr/>
          <a:lstStyle/>
          <a:p>
            <a:r>
              <a:rPr lang="en-US" dirty="0"/>
              <a:t>State Machine Diagram</a:t>
            </a:r>
          </a:p>
        </p:txBody>
      </p:sp>
      <p:sp>
        <p:nvSpPr>
          <p:cNvPr id="4" name="Rectangle 2">
            <a:extLst>
              <a:ext uri="{FF2B5EF4-FFF2-40B4-BE49-F238E27FC236}">
                <a16:creationId xmlns:a16="http://schemas.microsoft.com/office/drawing/2014/main" id="{588B8237-5397-2F7A-7867-8B1D910C5B40}"/>
              </a:ext>
            </a:extLst>
          </p:cNvPr>
          <p:cNvSpPr>
            <a:spLocks noChangeArrowheads="1"/>
          </p:cNvSpPr>
          <p:nvPr/>
        </p:nvSpPr>
        <p:spPr bwMode="auto">
          <a:xfrm>
            <a:off x="5767754" y="358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9624911C-ABA3-F7EB-716F-338B5112AF0F}"/>
              </a:ext>
            </a:extLst>
          </p:cNvPr>
          <p:cNvGraphicFramePr>
            <a:graphicFrameLocks noChangeAspect="1"/>
          </p:cNvGraphicFramePr>
          <p:nvPr>
            <p:extLst>
              <p:ext uri="{D42A27DB-BD31-4B8C-83A1-F6EECF244321}">
                <p14:modId xmlns:p14="http://schemas.microsoft.com/office/powerpoint/2010/main" val="1043668438"/>
              </p:ext>
            </p:extLst>
          </p:nvPr>
        </p:nvGraphicFramePr>
        <p:xfrm>
          <a:off x="3462000" y="1537512"/>
          <a:ext cx="5078684" cy="5249875"/>
        </p:xfrm>
        <a:graphic>
          <a:graphicData uri="http://schemas.openxmlformats.org/presentationml/2006/ole">
            <mc:AlternateContent xmlns:mc="http://schemas.openxmlformats.org/markup-compatibility/2006">
              <mc:Choice xmlns:v="urn:schemas-microsoft-com:vml" Requires="v">
                <p:oleObj name="Visio" r:id="rId2" imgW="9144000" imgH="9458177" progId="Visio.Drawing.15">
                  <p:embed/>
                </p:oleObj>
              </mc:Choice>
              <mc:Fallback>
                <p:oleObj name="Visio" r:id="rId2" imgW="9144000" imgH="9458177" progId="Visio.Drawing.15">
                  <p:embed/>
                  <p:pic>
                    <p:nvPicPr>
                      <p:cNvPr id="5" name="Object 4">
                        <a:extLst>
                          <a:ext uri="{FF2B5EF4-FFF2-40B4-BE49-F238E27FC236}">
                            <a16:creationId xmlns:a16="http://schemas.microsoft.com/office/drawing/2014/main" id="{9624911C-ABA3-F7EB-716F-338B5112AF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000" y="1537512"/>
                        <a:ext cx="5078684" cy="5249875"/>
                      </a:xfrm>
                      <a:prstGeom prst="rect">
                        <a:avLst/>
                      </a:prstGeom>
                      <a:noFill/>
                    </p:spPr>
                  </p:pic>
                </p:oleObj>
              </mc:Fallback>
            </mc:AlternateContent>
          </a:graphicData>
        </a:graphic>
      </p:graphicFrame>
    </p:spTree>
    <p:extLst>
      <p:ext uri="{BB962C8B-B14F-4D97-AF65-F5344CB8AC3E}">
        <p14:creationId xmlns:p14="http://schemas.microsoft.com/office/powerpoint/2010/main" val="3801140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67EC1-4CB0-B86B-F1DD-265E8B500F54}"/>
              </a:ext>
            </a:extLst>
          </p:cNvPr>
          <p:cNvSpPr>
            <a:spLocks noGrp="1"/>
          </p:cNvSpPr>
          <p:nvPr>
            <p:ph type="title"/>
          </p:nvPr>
        </p:nvSpPr>
        <p:spPr/>
        <p:txBody>
          <a:bodyPr/>
          <a:lstStyle/>
          <a:p>
            <a:r>
              <a:rPr lang="en-US" dirty="0"/>
              <a:t>Risk Analysis</a:t>
            </a:r>
          </a:p>
        </p:txBody>
      </p:sp>
      <p:sp>
        <p:nvSpPr>
          <p:cNvPr id="3" name="Content Placeholder 2">
            <a:extLst>
              <a:ext uri="{FF2B5EF4-FFF2-40B4-BE49-F238E27FC236}">
                <a16:creationId xmlns:a16="http://schemas.microsoft.com/office/drawing/2014/main" id="{D8CF325F-DE5E-9DAF-EA72-40D4FD432297}"/>
              </a:ext>
            </a:extLst>
          </p:cNvPr>
          <p:cNvSpPr>
            <a:spLocks noGrp="1"/>
          </p:cNvSpPr>
          <p:nvPr>
            <p:ph idx="1"/>
          </p:nvPr>
        </p:nvSpPr>
        <p:spPr>
          <a:xfrm>
            <a:off x="609600" y="1611164"/>
            <a:ext cx="10972800" cy="2371725"/>
          </a:xfrm>
        </p:spPr>
        <p:txBody>
          <a:bodyPr anchor="t"/>
          <a:lstStyle/>
          <a:p>
            <a:pPr marL="0" marR="0">
              <a:spcBef>
                <a:spcPts val="0"/>
              </a:spcBef>
              <a:spcAft>
                <a:spcPts val="0"/>
              </a:spcAft>
              <a:tabLst>
                <a:tab pos="114300" algn="l"/>
                <a:tab pos="2286000" algn="l"/>
                <a:tab pos="3657600" algn="l"/>
              </a:tabLst>
            </a:pPr>
            <a:r>
              <a:rPr lang="en-US" sz="2400" dirty="0">
                <a:solidFill>
                  <a:srgbClr val="000000"/>
                </a:solidFill>
              </a:rPr>
              <a:t>The risk assessment matrix is designed to enable the user to objectively rate risks based on the severity and likelihood of varying events or circumstances. By providing the user with a visual reference as seen below, it is much easier to prioritize efforts of mitigation to the most appropriate and relevant risks.</a:t>
            </a:r>
            <a:endParaRPr lang="en-US" sz="1800" b="1" u="sng" dirty="0">
              <a:solidFill>
                <a:srgbClr val="000000"/>
              </a:solidFill>
            </a:endParaRPr>
          </a:p>
          <a:p>
            <a:pPr marL="0" marR="0">
              <a:spcBef>
                <a:spcPts val="0"/>
              </a:spcBef>
              <a:spcAft>
                <a:spcPts val="0"/>
              </a:spcAft>
              <a:tabLst>
                <a:tab pos="114300" algn="l"/>
                <a:tab pos="2286000" algn="l"/>
                <a:tab pos="3657600" algn="l"/>
              </a:tabLst>
            </a:pPr>
            <a:endParaRPr lang="en-US" sz="1800" b="1" u="sng" dirty="0">
              <a:solidFill>
                <a:srgbClr val="000000"/>
              </a:solidFill>
              <a:effectLst/>
            </a:endParaRPr>
          </a:p>
          <a:p>
            <a:pPr marL="0" marR="0">
              <a:spcBef>
                <a:spcPts val="0"/>
              </a:spcBef>
              <a:spcAft>
                <a:spcPts val="0"/>
              </a:spcAft>
              <a:tabLst>
                <a:tab pos="114300" algn="l"/>
                <a:tab pos="2286000" algn="l"/>
                <a:tab pos="3657600" algn="l"/>
              </a:tabLst>
            </a:pPr>
            <a:endParaRPr lang="en-US" sz="1800" b="1" u="sng" dirty="0">
              <a:solidFill>
                <a:srgbClr val="000000"/>
              </a:solidFill>
            </a:endParaRPr>
          </a:p>
          <a:p>
            <a:pPr marL="0" marR="0">
              <a:spcBef>
                <a:spcPts val="0"/>
              </a:spcBef>
              <a:spcAft>
                <a:spcPts val="0"/>
              </a:spcAft>
              <a:tabLst>
                <a:tab pos="114300" algn="l"/>
                <a:tab pos="2286000" algn="l"/>
                <a:tab pos="3657600" algn="l"/>
              </a:tabLst>
            </a:pPr>
            <a:r>
              <a:rPr lang="en-US" sz="1800" b="1" u="sng" dirty="0">
                <a:solidFill>
                  <a:srgbClr val="000000"/>
                </a:solidFill>
                <a:effectLst/>
              </a:rPr>
              <a:t>Risk</a:t>
            </a:r>
            <a:r>
              <a:rPr lang="en-US" sz="1800" dirty="0">
                <a:effectLst/>
              </a:rPr>
              <a:t>			</a:t>
            </a:r>
            <a:r>
              <a:rPr lang="en-US" sz="1800" b="1" u="sng" dirty="0">
                <a:solidFill>
                  <a:srgbClr val="000000"/>
                </a:solidFill>
                <a:effectLst/>
              </a:rPr>
              <a:t>Probability/Severity</a:t>
            </a:r>
            <a:r>
              <a:rPr lang="en-US" sz="1800" dirty="0">
                <a:effectLst/>
              </a:rPr>
              <a:t>		</a:t>
            </a:r>
            <a:r>
              <a:rPr lang="en-US" sz="1800" b="1" u="sng" dirty="0">
                <a:solidFill>
                  <a:srgbClr val="000000"/>
                </a:solidFill>
                <a:effectLst/>
              </a:rPr>
              <a:t>RMMM</a:t>
            </a:r>
            <a:endParaRPr lang="en-US" sz="1800" dirty="0">
              <a:effectLst/>
            </a:endParaRPr>
          </a:p>
          <a:p>
            <a:pPr marL="0" marR="0">
              <a:spcBef>
                <a:spcPts val="0"/>
              </a:spcBef>
              <a:spcAft>
                <a:spcPts val="0"/>
              </a:spcAft>
              <a:tabLst>
                <a:tab pos="114300" algn="l"/>
                <a:tab pos="2286000" algn="l"/>
                <a:tab pos="3657600" algn="l"/>
              </a:tabLst>
            </a:pPr>
            <a:r>
              <a:rPr lang="en-US" sz="1800" dirty="0">
                <a:solidFill>
                  <a:srgbClr val="000000"/>
                </a:solidFill>
                <a:effectLst/>
              </a:rPr>
              <a:t>1.</a:t>
            </a:r>
            <a:r>
              <a:rPr lang="en-US" sz="1800" dirty="0">
                <a:solidFill>
                  <a:srgbClr val="000000"/>
                </a:solidFill>
              </a:rPr>
              <a:t> </a:t>
            </a:r>
            <a:r>
              <a:rPr lang="en-US" sz="1800" dirty="0">
                <a:solidFill>
                  <a:srgbClr val="000000"/>
                </a:solidFill>
                <a:effectLst/>
              </a:rPr>
              <a:t>Inexperienced Engineering Team</a:t>
            </a:r>
            <a:r>
              <a:rPr lang="en-US" sz="1800" dirty="0">
                <a:effectLst/>
              </a:rPr>
              <a:t>		</a:t>
            </a:r>
            <a:r>
              <a:rPr lang="en-US" sz="1800" dirty="0">
                <a:solidFill>
                  <a:srgbClr val="000000"/>
                </a:solidFill>
                <a:effectLst/>
              </a:rPr>
              <a:t>A/IV (RAC 3)</a:t>
            </a:r>
            <a:r>
              <a:rPr lang="en-US" sz="1800" dirty="0">
                <a:effectLst/>
              </a:rPr>
              <a:t>				</a:t>
            </a:r>
            <a:r>
              <a:rPr lang="en-US" sz="1800" dirty="0">
                <a:solidFill>
                  <a:srgbClr val="000000"/>
                </a:solidFill>
                <a:effectLst/>
              </a:rPr>
              <a:t>Extensive research, teamwork</a:t>
            </a:r>
            <a:endParaRPr lang="en-US" sz="1800" dirty="0">
              <a:effectLst/>
            </a:endParaRPr>
          </a:p>
        </p:txBody>
      </p:sp>
      <p:graphicFrame>
        <p:nvGraphicFramePr>
          <p:cNvPr id="5" name="Table 4">
            <a:extLst>
              <a:ext uri="{FF2B5EF4-FFF2-40B4-BE49-F238E27FC236}">
                <a16:creationId xmlns:a16="http://schemas.microsoft.com/office/drawing/2014/main" id="{B995527C-B022-A9EE-87B6-36DCF7DF55D2}"/>
              </a:ext>
            </a:extLst>
          </p:cNvPr>
          <p:cNvGraphicFramePr>
            <a:graphicFrameLocks noGrp="1"/>
          </p:cNvGraphicFramePr>
          <p:nvPr>
            <p:extLst>
              <p:ext uri="{D42A27DB-BD31-4B8C-83A1-F6EECF244321}">
                <p14:modId xmlns:p14="http://schemas.microsoft.com/office/powerpoint/2010/main" val="3139224041"/>
              </p:ext>
            </p:extLst>
          </p:nvPr>
        </p:nvGraphicFramePr>
        <p:xfrm>
          <a:off x="2940748" y="4103877"/>
          <a:ext cx="6124575" cy="2371725"/>
        </p:xfrm>
        <a:graphic>
          <a:graphicData uri="http://schemas.openxmlformats.org/drawingml/2006/table">
            <a:tbl>
              <a:tblPr firstRow="1" firstCol="1" bandRow="1"/>
              <a:tblGrid>
                <a:gridCol w="1209675">
                  <a:extLst>
                    <a:ext uri="{9D8B030D-6E8A-4147-A177-3AD203B41FA5}">
                      <a16:colId xmlns:a16="http://schemas.microsoft.com/office/drawing/2014/main" val="586246195"/>
                    </a:ext>
                  </a:extLst>
                </a:gridCol>
                <a:gridCol w="981075">
                  <a:extLst>
                    <a:ext uri="{9D8B030D-6E8A-4147-A177-3AD203B41FA5}">
                      <a16:colId xmlns:a16="http://schemas.microsoft.com/office/drawing/2014/main" val="240383313"/>
                    </a:ext>
                  </a:extLst>
                </a:gridCol>
                <a:gridCol w="981075">
                  <a:extLst>
                    <a:ext uri="{9D8B030D-6E8A-4147-A177-3AD203B41FA5}">
                      <a16:colId xmlns:a16="http://schemas.microsoft.com/office/drawing/2014/main" val="2930761362"/>
                    </a:ext>
                  </a:extLst>
                </a:gridCol>
                <a:gridCol w="971550">
                  <a:extLst>
                    <a:ext uri="{9D8B030D-6E8A-4147-A177-3AD203B41FA5}">
                      <a16:colId xmlns:a16="http://schemas.microsoft.com/office/drawing/2014/main" val="130582470"/>
                    </a:ext>
                  </a:extLst>
                </a:gridCol>
                <a:gridCol w="990600">
                  <a:extLst>
                    <a:ext uri="{9D8B030D-6E8A-4147-A177-3AD203B41FA5}">
                      <a16:colId xmlns:a16="http://schemas.microsoft.com/office/drawing/2014/main" val="3022901815"/>
                    </a:ext>
                  </a:extLst>
                </a:gridCol>
                <a:gridCol w="990600">
                  <a:extLst>
                    <a:ext uri="{9D8B030D-6E8A-4147-A177-3AD203B41FA5}">
                      <a16:colId xmlns:a16="http://schemas.microsoft.com/office/drawing/2014/main" val="3274646052"/>
                    </a:ext>
                  </a:extLst>
                </a:gridCol>
              </a:tblGrid>
              <a:tr h="323850">
                <a:tc rowSpan="2" gridSpan="2">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Risk Assessment Matrix</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tc gridSpan="4">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Probability (Likelihood)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460644"/>
                  </a:ext>
                </a:extLst>
              </a:tr>
              <a:tr h="323850">
                <a:tc gridSpan="2" vMerge="1">
                  <a:txBody>
                    <a:bodyPr/>
                    <a:lstStyle/>
                    <a:p>
                      <a:endParaRPr lang="en-US"/>
                    </a:p>
                  </a:txBody>
                  <a:tcPr/>
                </a:tc>
                <a:tc hMerge="1" vMerge="1">
                  <a:txBody>
                    <a:bodyPr/>
                    <a:lstStyle/>
                    <a:p>
                      <a:endParaRPr lang="en-US"/>
                    </a:p>
                  </a:txBody>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 </a:t>
                      </a:r>
                      <a:r>
                        <a:rPr lang="en-US" sz="1200" b="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80%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 </a:t>
                      </a:r>
                      <a:r>
                        <a:rPr lang="en-US" sz="1200" b="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60%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 </a:t>
                      </a:r>
                      <a:r>
                        <a:rPr lang="en-US" sz="1200" b="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40%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 </a:t>
                      </a:r>
                      <a:r>
                        <a:rPr lang="en-US" sz="1200" b="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a:t>
                      </a: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20%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3520430"/>
                  </a:ext>
                </a:extLst>
              </a:tr>
              <a:tr h="323850">
                <a:tc rowSpan="4">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Severity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(Impact)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7827140"/>
                  </a:ext>
                </a:extLst>
              </a:tr>
              <a:tr h="323850">
                <a:tc vMerge="1">
                  <a:txBody>
                    <a:bodyPr/>
                    <a:lstStyle/>
                    <a:p>
                      <a:endParaRPr lang="en-US"/>
                    </a:p>
                  </a:txBody>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628819901"/>
                  </a:ext>
                </a:extLst>
              </a:tr>
              <a:tr h="323850">
                <a:tc vMerge="1">
                  <a:txBody>
                    <a:bodyPr/>
                    <a:lstStyle/>
                    <a:p>
                      <a:endParaRPr lang="en-US"/>
                    </a:p>
                  </a:txBody>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III</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355197894"/>
                  </a:ext>
                </a:extLst>
              </a:tr>
              <a:tr h="323850">
                <a:tc vMerge="1">
                  <a:txBody>
                    <a:bodyPr/>
                    <a:lstStyle/>
                    <a:p>
                      <a:endParaRPr lang="en-US"/>
                    </a:p>
                  </a:txBody>
                  <a:tcPr/>
                </a:tc>
                <a:tc>
                  <a:txBody>
                    <a:bodyPr/>
                    <a:lstStyle/>
                    <a:p>
                      <a:pPr marL="0" marR="0" algn="ctr">
                        <a:lnSpc>
                          <a:spcPct val="107000"/>
                        </a:lnSpc>
                        <a:spcBef>
                          <a:spcPts val="0"/>
                        </a:spcBef>
                        <a:spcAft>
                          <a:spcPts val="0"/>
                        </a:spcAft>
                      </a:pPr>
                      <a:r>
                        <a:rPr lang="en-US"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IV</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gn="ctr">
                        <a:lnSpc>
                          <a:spcPct val="107000"/>
                        </a:lnSpc>
                        <a:spcBef>
                          <a:spcPts val="0"/>
                        </a:spcBef>
                        <a:spcAft>
                          <a:spcPts val="0"/>
                        </a:spcAft>
                      </a:pPr>
                      <a:r>
                        <a:rPr lang="en-US"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501041200"/>
                  </a:ext>
                </a:extLst>
              </a:tr>
              <a:tr h="228600">
                <a:tc gridSpan="6">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Risk Assessment Codes (RAC)</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9683601"/>
                  </a:ext>
                </a:extLst>
              </a:tr>
              <a:tr h="200025">
                <a:tc gridSpan="6">
                  <a:txBody>
                    <a:bodyPr/>
                    <a:lstStyle/>
                    <a:p>
                      <a:pPr marL="0" marR="0" algn="ctr">
                        <a:lnSpc>
                          <a:spcPct val="107000"/>
                        </a:lnSpc>
                        <a:spcBef>
                          <a:spcPts val="0"/>
                        </a:spcBef>
                        <a:spcAft>
                          <a:spcPts val="0"/>
                        </a:spcAft>
                      </a:pPr>
                      <a:r>
                        <a:rPr lang="en-US"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 = Critical          2 = Serious          3 = Moderate          4 = Minor          5 = Negligible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51275075"/>
                  </a:ext>
                </a:extLst>
              </a:tr>
            </a:tbl>
          </a:graphicData>
        </a:graphic>
      </p:graphicFrame>
    </p:spTree>
    <p:extLst>
      <p:ext uri="{BB962C8B-B14F-4D97-AF65-F5344CB8AC3E}">
        <p14:creationId xmlns:p14="http://schemas.microsoft.com/office/powerpoint/2010/main" val="3317155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5D0F-F5CC-1EA8-60AA-C378E6DAEE22}"/>
              </a:ext>
            </a:extLst>
          </p:cNvPr>
          <p:cNvSpPr>
            <a:spLocks noGrp="1"/>
          </p:cNvSpPr>
          <p:nvPr>
            <p:ph type="title"/>
          </p:nvPr>
        </p:nvSpPr>
        <p:spPr/>
        <p:txBody>
          <a:bodyPr/>
          <a:lstStyle/>
          <a:p>
            <a:r>
              <a:rPr lang="en-US" dirty="0"/>
              <a:t>Test Plan Overview</a:t>
            </a:r>
          </a:p>
        </p:txBody>
      </p:sp>
      <p:sp>
        <p:nvSpPr>
          <p:cNvPr id="3" name="Content Placeholder 2">
            <a:extLst>
              <a:ext uri="{FF2B5EF4-FFF2-40B4-BE49-F238E27FC236}">
                <a16:creationId xmlns:a16="http://schemas.microsoft.com/office/drawing/2014/main" id="{D55CB873-CD94-98FA-FC59-A209858F410E}"/>
              </a:ext>
            </a:extLst>
          </p:cNvPr>
          <p:cNvSpPr>
            <a:spLocks noGrp="1"/>
          </p:cNvSpPr>
          <p:nvPr>
            <p:ph idx="1"/>
          </p:nvPr>
        </p:nvSpPr>
        <p:spPr>
          <a:xfrm>
            <a:off x="1773936" y="1611164"/>
            <a:ext cx="3621506" cy="4651850"/>
          </a:xfrm>
        </p:spPr>
        <p:txBody>
          <a:bodyPr>
            <a:normAutofit/>
          </a:bodyPr>
          <a:lstStyle/>
          <a:p>
            <a:pPr marL="0" indent="0">
              <a:buNone/>
            </a:pPr>
            <a:r>
              <a:rPr lang="en-US" dirty="0"/>
              <a:t>Staff:</a:t>
            </a:r>
          </a:p>
          <a:p>
            <a:pPr marL="342900" indent="-342900">
              <a:buFont typeface="Arial" panose="020B0604020202020204" pitchFamily="34" charset="0"/>
              <a:buChar char="•"/>
            </a:pPr>
            <a:r>
              <a:rPr lang="en-US" sz="1800" dirty="0"/>
              <a:t>5 Test Users</a:t>
            </a:r>
          </a:p>
          <a:p>
            <a:pPr marL="342900" indent="-342900">
              <a:buFont typeface="Arial" panose="020B0604020202020204" pitchFamily="34" charset="0"/>
              <a:buChar char="•"/>
            </a:pPr>
            <a:r>
              <a:rPr lang="en-US" sz="1800" dirty="0"/>
              <a:t>5 Test Use Observers</a:t>
            </a:r>
          </a:p>
          <a:p>
            <a:pPr marL="342900" indent="-342900">
              <a:buFont typeface="Arial" panose="020B0604020202020204" pitchFamily="34" charset="0"/>
              <a:buChar char="•"/>
            </a:pPr>
            <a:r>
              <a:rPr lang="en-US" sz="1800" dirty="0"/>
              <a:t>Testing Coordinator</a:t>
            </a:r>
          </a:p>
          <a:p>
            <a:endParaRPr lang="en-US" dirty="0"/>
          </a:p>
          <a:p>
            <a:r>
              <a:rPr lang="en-US" dirty="0"/>
              <a:t>Approach</a:t>
            </a:r>
          </a:p>
          <a:p>
            <a:pPr marL="342900" indent="-342900">
              <a:buFont typeface="Arial" panose="020B0604020202020204" pitchFamily="34" charset="0"/>
              <a:buChar char="•"/>
            </a:pPr>
            <a:r>
              <a:rPr lang="en-US" sz="1800" dirty="0"/>
              <a:t>Design &amp; UI Coding</a:t>
            </a:r>
          </a:p>
          <a:p>
            <a:pPr marL="342900" indent="-342900">
              <a:buFont typeface="Arial" panose="020B0604020202020204" pitchFamily="34" charset="0"/>
              <a:buChar char="•"/>
            </a:pPr>
            <a:r>
              <a:rPr lang="en-US" sz="1800" dirty="0"/>
              <a:t>Development</a:t>
            </a:r>
          </a:p>
          <a:p>
            <a:pPr marL="342900" indent="-342900">
              <a:buFont typeface="Arial" panose="020B0604020202020204" pitchFamily="34" charset="0"/>
              <a:buChar char="•"/>
            </a:pPr>
            <a:r>
              <a:rPr lang="en-US" sz="1800" dirty="0"/>
              <a:t>Quality control</a:t>
            </a:r>
          </a:p>
          <a:p>
            <a:pPr marL="342900" indent="-342900">
              <a:buFont typeface="Arial" panose="020B0604020202020204" pitchFamily="34" charset="0"/>
              <a:buChar char="•"/>
            </a:pPr>
            <a:r>
              <a:rPr lang="en-US" sz="1800" dirty="0"/>
              <a:t>User acceptance</a:t>
            </a:r>
          </a:p>
          <a:p>
            <a:pPr marL="342900" indent="-342900">
              <a:buFont typeface="Arial" panose="020B0604020202020204" pitchFamily="34" charset="0"/>
              <a:buChar char="•"/>
            </a:pPr>
            <a:r>
              <a:rPr lang="en-US" sz="1800" dirty="0"/>
              <a:t>Launch</a:t>
            </a:r>
          </a:p>
        </p:txBody>
      </p:sp>
      <p:sp>
        <p:nvSpPr>
          <p:cNvPr id="6" name="Content Placeholder 2">
            <a:extLst>
              <a:ext uri="{FF2B5EF4-FFF2-40B4-BE49-F238E27FC236}">
                <a16:creationId xmlns:a16="http://schemas.microsoft.com/office/drawing/2014/main" id="{39A42D94-711B-CDC8-B216-ED3BB66CB187}"/>
              </a:ext>
            </a:extLst>
          </p:cNvPr>
          <p:cNvSpPr txBox="1">
            <a:spLocks/>
          </p:cNvSpPr>
          <p:nvPr/>
        </p:nvSpPr>
        <p:spPr>
          <a:xfrm>
            <a:off x="6003036" y="1610344"/>
            <a:ext cx="5169474" cy="4651850"/>
          </a:xfrm>
          <a:prstGeom prst="rect">
            <a:avLst/>
          </a:prstGeom>
        </p:spPr>
        <p:txBody>
          <a:bodyPr vert="horz" lIns="0" tIns="0" rIns="0" bIns="0" rtlCol="0" anchor="ctr">
            <a:normAutofit/>
          </a:bodyPr>
          <a:lstStyle>
            <a:lvl1pPr marL="0" indent="0" algn="l" defTabSz="685800" rtl="0" eaLnBrk="1" latinLnBrk="0" hangingPunct="1">
              <a:lnSpc>
                <a:spcPct val="90000"/>
              </a:lnSpc>
              <a:spcBef>
                <a:spcPts val="900"/>
              </a:spcBef>
              <a:buClrTx/>
              <a:buSzPct val="90000"/>
              <a:buFontTx/>
              <a:buNone/>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1pPr>
            <a:lvl2pPr marL="171450" indent="-166688" algn="l" defTabSz="685800" rtl="0" eaLnBrk="1" latinLnBrk="0" hangingPunct="1">
              <a:lnSpc>
                <a:spcPct val="90000"/>
              </a:lnSpc>
              <a:spcBef>
                <a:spcPts val="600"/>
              </a:spcBef>
              <a:buClrTx/>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2pPr>
            <a:lvl3pPr marL="385763" indent="-178594"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3pPr>
            <a:lvl4pPr marL="557213" indent="-144066"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4pPr>
            <a:lvl5pPr marL="771525" indent="-182166" algn="l" defTabSz="642938"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5pPr>
            <a:lvl6pPr marL="676275" indent="0" algn="l" defTabSz="685800" rtl="0" eaLnBrk="1" latinLnBrk="0" hangingPunct="1">
              <a:lnSpc>
                <a:spcPct val="90000"/>
              </a:lnSpc>
              <a:spcBef>
                <a:spcPts val="450"/>
              </a:spcBef>
              <a:buClr>
                <a:schemeClr val="tx2"/>
              </a:buClr>
              <a:buSzPct val="90000"/>
              <a:buFont typeface="Arial" panose="020B0604020202020204" pitchFamily="34" charset="0"/>
              <a:buNone/>
              <a:defRPr sz="1050" kern="1200">
                <a:solidFill>
                  <a:schemeClr val="tx2"/>
                </a:solidFill>
                <a:latin typeface="+mn-lt"/>
                <a:ea typeface="+mn-ea"/>
                <a:cs typeface="+mn-cs"/>
              </a:defRPr>
            </a:lvl6pPr>
            <a:lvl7pPr marL="939404" indent="-136922" algn="l" defTabSz="685800" rtl="0" eaLnBrk="1" latinLnBrk="0" hangingPunct="1">
              <a:lnSpc>
                <a:spcPct val="90000"/>
              </a:lnSpc>
              <a:spcBef>
                <a:spcPts val="450"/>
              </a:spcBef>
              <a:buClrTx/>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7pPr>
            <a:lvl8pPr marL="1405890" indent="-137160" algn="l" defTabSz="685800" rtl="0" eaLnBrk="1" latinLnBrk="0" hangingPunct="1">
              <a:lnSpc>
                <a:spcPct val="90000"/>
              </a:lnSpc>
              <a:spcBef>
                <a:spcPts val="450"/>
              </a:spcBef>
              <a:buClrTx/>
              <a:buSzPct val="90000"/>
              <a:buFont typeface="Calibri" panose="020F0502020204030204" pitchFamily="34" charset="0"/>
              <a:buChar char="–"/>
              <a:defRPr sz="1050" kern="1200">
                <a:solidFill>
                  <a:schemeClr val="tx2"/>
                </a:solidFill>
                <a:latin typeface="+mn-lt"/>
                <a:ea typeface="+mn-ea"/>
                <a:cs typeface="+mn-cs"/>
              </a:defRPr>
            </a:lvl8pPr>
            <a:lvl9pPr marL="1577340" indent="-137160" algn="l" defTabSz="685800" rtl="0" eaLnBrk="1" latinLnBrk="0" hangingPunct="1">
              <a:lnSpc>
                <a:spcPct val="90000"/>
              </a:lnSpc>
              <a:spcBef>
                <a:spcPts val="450"/>
              </a:spcBef>
              <a:buClrTx/>
              <a:buSzPct val="90000"/>
              <a:buFont typeface="Arial" panose="020B0604020202020204" pitchFamily="34" charset="0"/>
              <a:buChar char="•"/>
              <a:defRPr sz="1050" kern="1200">
                <a:solidFill>
                  <a:schemeClr val="tx2"/>
                </a:solidFill>
                <a:latin typeface="+mn-lt"/>
                <a:ea typeface="+mn-ea"/>
                <a:cs typeface="+mn-cs"/>
              </a:defRPr>
            </a:lvl9pPr>
          </a:lstStyle>
          <a:p>
            <a:r>
              <a:rPr lang="en-US" dirty="0"/>
              <a:t>Schedule</a:t>
            </a:r>
          </a:p>
          <a:p>
            <a:pPr marL="342900" indent="-342900">
              <a:buFont typeface="Arial" panose="020B0604020202020204" pitchFamily="34" charset="0"/>
              <a:buChar char="•"/>
            </a:pPr>
            <a:r>
              <a:rPr lang="en-US" sz="1800" dirty="0"/>
              <a:t>Test cases – 1 week</a:t>
            </a:r>
          </a:p>
          <a:p>
            <a:pPr marL="342900" indent="-342900">
              <a:buFont typeface="Arial" panose="020B0604020202020204" pitchFamily="34" charset="0"/>
              <a:buChar char="•"/>
            </a:pPr>
            <a:r>
              <a:rPr lang="en-US" sz="1800" dirty="0"/>
              <a:t>Review and Adjustment – 1 week</a:t>
            </a:r>
          </a:p>
          <a:p>
            <a:pPr marL="342900" indent="-342900">
              <a:buFont typeface="Arial" panose="020B0604020202020204" pitchFamily="34" charset="0"/>
              <a:buChar char="•"/>
            </a:pPr>
            <a:r>
              <a:rPr lang="en-US" sz="1800" dirty="0"/>
              <a:t>Second round of testing – 1 week</a:t>
            </a:r>
          </a:p>
          <a:p>
            <a:pPr marL="342900" indent="-342900">
              <a:buFont typeface="Arial" panose="020B0604020202020204" pitchFamily="34" charset="0"/>
              <a:buChar char="•"/>
            </a:pPr>
            <a:r>
              <a:rPr lang="en-US" sz="1800" dirty="0"/>
              <a:t>Final review – 1 week</a:t>
            </a:r>
          </a:p>
          <a:p>
            <a:endParaRPr lang="en-US" dirty="0"/>
          </a:p>
          <a:p>
            <a:r>
              <a:rPr lang="en-US" dirty="0"/>
              <a:t>Requirements:</a:t>
            </a:r>
          </a:p>
          <a:p>
            <a:pPr marL="342900" indent="-342900">
              <a:buFont typeface="Arial" panose="020B0604020202020204" pitchFamily="34" charset="0"/>
              <a:buChar char="•"/>
            </a:pPr>
            <a:r>
              <a:rPr lang="en-US" sz="1800" dirty="0"/>
              <a:t>Fill out pet preferences/questionnaires</a:t>
            </a:r>
          </a:p>
          <a:p>
            <a:pPr marL="342900" indent="-342900">
              <a:buFont typeface="Arial" panose="020B0604020202020204" pitchFamily="34" charset="0"/>
              <a:buChar char="•"/>
            </a:pPr>
            <a:r>
              <a:rPr lang="en-US" sz="1800" dirty="0"/>
              <a:t>Location-Based results</a:t>
            </a:r>
          </a:p>
          <a:p>
            <a:pPr marL="342900" indent="-342900">
              <a:buFont typeface="Arial" panose="020B0604020202020204" pitchFamily="34" charset="0"/>
              <a:buChar char="•"/>
            </a:pPr>
            <a:r>
              <a:rPr lang="en-US" sz="1800" dirty="0"/>
              <a:t>Verifying User Profile</a:t>
            </a:r>
          </a:p>
          <a:p>
            <a:pPr marL="342900" indent="-342900">
              <a:buFont typeface="Arial" panose="020B0604020202020204" pitchFamily="34" charset="0"/>
              <a:buChar char="•"/>
            </a:pPr>
            <a:r>
              <a:rPr lang="en-US" sz="1800" dirty="0"/>
              <a:t>Feedback loop </a:t>
            </a:r>
          </a:p>
        </p:txBody>
      </p:sp>
    </p:spTree>
    <p:extLst>
      <p:ext uri="{BB962C8B-B14F-4D97-AF65-F5344CB8AC3E}">
        <p14:creationId xmlns:p14="http://schemas.microsoft.com/office/powerpoint/2010/main" val="2386747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F3BF-B421-1ACB-75F4-670372D82985}"/>
              </a:ext>
            </a:extLst>
          </p:cNvPr>
          <p:cNvSpPr>
            <a:spLocks noGrp="1"/>
          </p:cNvSpPr>
          <p:nvPr>
            <p:ph type="title"/>
          </p:nvPr>
        </p:nvSpPr>
        <p:spPr/>
        <p:txBody>
          <a:bodyPr/>
          <a:lstStyle/>
          <a:p>
            <a:r>
              <a:rPr lang="en-US" dirty="0"/>
              <a:t>Test Plan Overview</a:t>
            </a:r>
          </a:p>
        </p:txBody>
      </p:sp>
      <p:sp>
        <p:nvSpPr>
          <p:cNvPr id="3" name="Content Placeholder 2">
            <a:extLst>
              <a:ext uri="{FF2B5EF4-FFF2-40B4-BE49-F238E27FC236}">
                <a16:creationId xmlns:a16="http://schemas.microsoft.com/office/drawing/2014/main" id="{12E912D9-D4A1-CEE4-9BB7-C82D6C55B6BF}"/>
              </a:ext>
            </a:extLst>
          </p:cNvPr>
          <p:cNvSpPr>
            <a:spLocks noGrp="1"/>
          </p:cNvSpPr>
          <p:nvPr>
            <p:ph idx="1"/>
          </p:nvPr>
        </p:nvSpPr>
        <p:spPr>
          <a:xfrm>
            <a:off x="899515" y="1595994"/>
            <a:ext cx="5196485" cy="4904497"/>
          </a:xfrm>
        </p:spPr>
        <p:txBody>
          <a:bodyPr anchor="ctr"/>
          <a:lstStyle/>
          <a:p>
            <a:pPr marL="0" indent="0">
              <a:buNone/>
            </a:pPr>
            <a:r>
              <a:rPr lang="en-US" dirty="0"/>
              <a:t>Pass Criteria:</a:t>
            </a:r>
          </a:p>
          <a:p>
            <a:pPr marL="342900" indent="-342900">
              <a:buFont typeface="Arial" panose="020B0604020202020204" pitchFamily="34" charset="0"/>
              <a:buChar char="•"/>
            </a:pPr>
            <a:r>
              <a:rPr lang="en-US" sz="1800" dirty="0"/>
              <a:t>All test cases functional</a:t>
            </a:r>
          </a:p>
          <a:p>
            <a:pPr marL="342900" indent="-342900">
              <a:buFont typeface="Arial" panose="020B0604020202020204" pitchFamily="34" charset="0"/>
              <a:buChar char="•"/>
            </a:pPr>
            <a:r>
              <a:rPr lang="en-US" sz="1800" dirty="0"/>
              <a:t>All buttons and tabs lead to proper destinations</a:t>
            </a:r>
          </a:p>
          <a:p>
            <a:pPr marL="342900" indent="-342900">
              <a:buFont typeface="Arial" panose="020B0604020202020204" pitchFamily="34" charset="0"/>
              <a:buChar char="•"/>
            </a:pPr>
            <a:r>
              <a:rPr lang="en-US" sz="1800" dirty="0"/>
              <a:t>Spelling and punctuation</a:t>
            </a:r>
          </a:p>
          <a:p>
            <a:pPr marL="342900" indent="-342900">
              <a:buFont typeface="Arial" panose="020B0604020202020204" pitchFamily="34" charset="0"/>
              <a:buChar char="•"/>
            </a:pPr>
            <a:r>
              <a:rPr lang="en-US" sz="1800" dirty="0"/>
              <a:t>Follows dependencies</a:t>
            </a:r>
          </a:p>
          <a:p>
            <a:pPr marL="342900" indent="-342900">
              <a:buFont typeface="Arial" panose="020B0604020202020204" pitchFamily="34" charset="0"/>
              <a:buChar char="•"/>
            </a:pPr>
            <a:r>
              <a:rPr lang="en-US" sz="1800" dirty="0"/>
              <a:t>Stays under budget</a:t>
            </a:r>
          </a:p>
          <a:p>
            <a:endParaRPr lang="en-US" dirty="0"/>
          </a:p>
          <a:p>
            <a:pPr marL="0" indent="0">
              <a:buNone/>
            </a:pPr>
            <a:r>
              <a:rPr lang="en-US" dirty="0"/>
              <a:t>Fail Criteria:</a:t>
            </a:r>
          </a:p>
          <a:p>
            <a:pPr marL="342900" indent="-342900">
              <a:buFont typeface="Arial" panose="020B0604020202020204" pitchFamily="34" charset="0"/>
              <a:buChar char="•"/>
            </a:pPr>
            <a:r>
              <a:rPr lang="en-US" sz="1800" dirty="0"/>
              <a:t>One test case fails</a:t>
            </a:r>
          </a:p>
          <a:p>
            <a:pPr marL="342900" indent="-342900">
              <a:buFont typeface="Arial" panose="020B0604020202020204" pitchFamily="34" charset="0"/>
              <a:buChar char="•"/>
            </a:pPr>
            <a:r>
              <a:rPr lang="en-US" sz="1800" dirty="0"/>
              <a:t>Buttons lead to incorrect locations</a:t>
            </a:r>
          </a:p>
          <a:p>
            <a:pPr marL="342900" indent="-342900">
              <a:buFont typeface="Arial" panose="020B0604020202020204" pitchFamily="34" charset="0"/>
              <a:buChar char="•"/>
            </a:pPr>
            <a:r>
              <a:rPr lang="en-US" sz="1800" dirty="0"/>
              <a:t>System crash</a:t>
            </a:r>
          </a:p>
          <a:p>
            <a:pPr marL="342900" indent="-342900">
              <a:buFont typeface="Arial" panose="020B0604020202020204" pitchFamily="34" charset="0"/>
              <a:buChar char="•"/>
            </a:pPr>
            <a:r>
              <a:rPr lang="en-US" sz="1800" dirty="0"/>
              <a:t>Hardware overload</a:t>
            </a:r>
          </a:p>
        </p:txBody>
      </p:sp>
      <p:sp>
        <p:nvSpPr>
          <p:cNvPr id="4" name="Content Placeholder 2">
            <a:extLst>
              <a:ext uri="{FF2B5EF4-FFF2-40B4-BE49-F238E27FC236}">
                <a16:creationId xmlns:a16="http://schemas.microsoft.com/office/drawing/2014/main" id="{B30E8106-79EB-9407-3AD6-DC33B4E821E6}"/>
              </a:ext>
            </a:extLst>
          </p:cNvPr>
          <p:cNvSpPr txBox="1">
            <a:spLocks/>
          </p:cNvSpPr>
          <p:nvPr/>
        </p:nvSpPr>
        <p:spPr>
          <a:xfrm>
            <a:off x="838200" y="1434014"/>
            <a:ext cx="4963025" cy="2628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B593F30F-6E3B-8308-223B-42BA5EE10A06}"/>
              </a:ext>
            </a:extLst>
          </p:cNvPr>
          <p:cNvSpPr txBox="1">
            <a:spLocks/>
          </p:cNvSpPr>
          <p:nvPr/>
        </p:nvSpPr>
        <p:spPr>
          <a:xfrm>
            <a:off x="838200" y="4062976"/>
            <a:ext cx="4760495" cy="24526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7" name="Content Placeholder 2">
            <a:extLst>
              <a:ext uri="{FF2B5EF4-FFF2-40B4-BE49-F238E27FC236}">
                <a16:creationId xmlns:a16="http://schemas.microsoft.com/office/drawing/2014/main" id="{1D128E2E-93B8-00DB-F6B2-6C30F69E80E1}"/>
              </a:ext>
            </a:extLst>
          </p:cNvPr>
          <p:cNvSpPr txBox="1">
            <a:spLocks/>
          </p:cNvSpPr>
          <p:nvPr/>
        </p:nvSpPr>
        <p:spPr>
          <a:xfrm>
            <a:off x="6329460" y="1595993"/>
            <a:ext cx="4963025" cy="4904497"/>
          </a:xfrm>
          <a:prstGeom prst="rect">
            <a:avLst/>
          </a:prstGeom>
        </p:spPr>
        <p:txBody>
          <a:bodyPr vert="horz" lIns="0" tIns="0" rIns="0" bIns="0" rtlCol="0" anchor="ctr">
            <a:noAutofit/>
          </a:bodyPr>
          <a:lstStyle>
            <a:lvl1pPr marL="0" indent="0" algn="l" defTabSz="685800" rtl="0" eaLnBrk="1" latinLnBrk="0" hangingPunct="1">
              <a:lnSpc>
                <a:spcPct val="90000"/>
              </a:lnSpc>
              <a:spcBef>
                <a:spcPts val="900"/>
              </a:spcBef>
              <a:buClrTx/>
              <a:buSzPct val="90000"/>
              <a:buFontTx/>
              <a:buNone/>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1pPr>
            <a:lvl2pPr marL="171450" indent="-166688" algn="l" defTabSz="685800" rtl="0" eaLnBrk="1" latinLnBrk="0" hangingPunct="1">
              <a:lnSpc>
                <a:spcPct val="90000"/>
              </a:lnSpc>
              <a:spcBef>
                <a:spcPts val="600"/>
              </a:spcBef>
              <a:buClrTx/>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2pPr>
            <a:lvl3pPr marL="385763" indent="-178594"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baseline="0">
                <a:solidFill>
                  <a:schemeClr val="tx2"/>
                </a:solidFill>
                <a:latin typeface="Tahoma" panose="020B0604030504040204" pitchFamily="34" charset="0"/>
                <a:ea typeface="Tahoma" panose="020B0604030504040204" pitchFamily="34" charset="0"/>
                <a:cs typeface="Tahoma" panose="020B0604030504040204" pitchFamily="34" charset="0"/>
              </a:defRPr>
            </a:lvl3pPr>
            <a:lvl4pPr marL="557213" indent="-144066" algn="l" defTabSz="685800"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4pPr>
            <a:lvl5pPr marL="771525" indent="-182166" algn="l" defTabSz="642938" rtl="0" eaLnBrk="1" latinLnBrk="0" hangingPunct="1">
              <a:lnSpc>
                <a:spcPct val="90000"/>
              </a:lnSpc>
              <a:spcBef>
                <a:spcPts val="450"/>
              </a:spcBef>
              <a:buClr>
                <a:schemeClr val="tx2"/>
              </a:buClr>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5pPr>
            <a:lvl6pPr marL="676275" indent="0" algn="l" defTabSz="685800" rtl="0" eaLnBrk="1" latinLnBrk="0" hangingPunct="1">
              <a:lnSpc>
                <a:spcPct val="90000"/>
              </a:lnSpc>
              <a:spcBef>
                <a:spcPts val="450"/>
              </a:spcBef>
              <a:buClr>
                <a:schemeClr val="tx2"/>
              </a:buClr>
              <a:buSzPct val="90000"/>
              <a:buFont typeface="Arial" panose="020B0604020202020204" pitchFamily="34" charset="0"/>
              <a:buNone/>
              <a:defRPr sz="1050" kern="1200">
                <a:solidFill>
                  <a:schemeClr val="tx2"/>
                </a:solidFill>
                <a:latin typeface="+mn-lt"/>
                <a:ea typeface="+mn-ea"/>
                <a:cs typeface="+mn-cs"/>
              </a:defRPr>
            </a:lvl6pPr>
            <a:lvl7pPr marL="939404" indent="-136922" algn="l" defTabSz="685800" rtl="0" eaLnBrk="1" latinLnBrk="0" hangingPunct="1">
              <a:lnSpc>
                <a:spcPct val="90000"/>
              </a:lnSpc>
              <a:spcBef>
                <a:spcPts val="450"/>
              </a:spcBef>
              <a:buClrTx/>
              <a:buSzPct val="100000"/>
              <a:buFont typeface="Arial" panose="020B0604020202020204" pitchFamily="34" charset="0"/>
              <a:buChar char="•"/>
              <a:defRPr sz="2200" kern="1200">
                <a:solidFill>
                  <a:schemeClr val="tx2"/>
                </a:solidFill>
                <a:latin typeface="Tahoma" panose="020B0604030504040204" pitchFamily="34" charset="0"/>
                <a:ea typeface="Tahoma" panose="020B0604030504040204" pitchFamily="34" charset="0"/>
                <a:cs typeface="Tahoma" panose="020B0604030504040204" pitchFamily="34" charset="0"/>
              </a:defRPr>
            </a:lvl7pPr>
            <a:lvl8pPr marL="1405890" indent="-137160" algn="l" defTabSz="685800" rtl="0" eaLnBrk="1" latinLnBrk="0" hangingPunct="1">
              <a:lnSpc>
                <a:spcPct val="90000"/>
              </a:lnSpc>
              <a:spcBef>
                <a:spcPts val="450"/>
              </a:spcBef>
              <a:buClrTx/>
              <a:buSzPct val="90000"/>
              <a:buFont typeface="Calibri" panose="020F0502020204030204" pitchFamily="34" charset="0"/>
              <a:buChar char="–"/>
              <a:defRPr sz="1050" kern="1200">
                <a:solidFill>
                  <a:schemeClr val="tx2"/>
                </a:solidFill>
                <a:latin typeface="+mn-lt"/>
                <a:ea typeface="+mn-ea"/>
                <a:cs typeface="+mn-cs"/>
              </a:defRPr>
            </a:lvl8pPr>
            <a:lvl9pPr marL="1577340" indent="-137160" algn="l" defTabSz="685800" rtl="0" eaLnBrk="1" latinLnBrk="0" hangingPunct="1">
              <a:lnSpc>
                <a:spcPct val="90000"/>
              </a:lnSpc>
              <a:spcBef>
                <a:spcPts val="450"/>
              </a:spcBef>
              <a:buClrTx/>
              <a:buSzPct val="90000"/>
              <a:buFont typeface="Arial" panose="020B0604020202020204" pitchFamily="34" charset="0"/>
              <a:buChar char="•"/>
              <a:defRPr sz="1050" kern="1200">
                <a:solidFill>
                  <a:schemeClr val="tx2"/>
                </a:solidFill>
                <a:latin typeface="+mn-lt"/>
                <a:ea typeface="+mn-ea"/>
                <a:cs typeface="+mn-cs"/>
              </a:defRPr>
            </a:lvl9pPr>
          </a:lstStyle>
          <a:p>
            <a:r>
              <a:rPr lang="en-US" dirty="0"/>
              <a:t>Risks &amp; Contingencies:</a:t>
            </a:r>
          </a:p>
          <a:p>
            <a:pPr marL="342900" indent="-342900">
              <a:buFont typeface="Arial" panose="020B0604020202020204" pitchFamily="34" charset="0"/>
              <a:buChar char="•"/>
            </a:pPr>
            <a:r>
              <a:rPr lang="en-US" sz="1800" dirty="0"/>
              <a:t>Inexperienced Engineering Team</a:t>
            </a:r>
          </a:p>
          <a:p>
            <a:pPr marL="342900" indent="-342900">
              <a:buFont typeface="Arial" panose="020B0604020202020204" pitchFamily="34" charset="0"/>
              <a:buChar char="•"/>
            </a:pPr>
            <a:r>
              <a:rPr lang="en-US" sz="1800" dirty="0"/>
              <a:t>Program/Code Quality</a:t>
            </a:r>
          </a:p>
          <a:p>
            <a:pPr marL="342900" indent="-342900">
              <a:buFont typeface="Arial" panose="020B0604020202020204" pitchFamily="34" charset="0"/>
              <a:buChar char="•"/>
            </a:pPr>
            <a:r>
              <a:rPr lang="en-US" sz="1800" dirty="0"/>
              <a:t>Inaccurate cost estimation</a:t>
            </a:r>
          </a:p>
          <a:p>
            <a:pPr marL="342900" indent="-342900">
              <a:buFont typeface="Arial" panose="020B0604020202020204" pitchFamily="34" charset="0"/>
              <a:buChar char="•"/>
            </a:pPr>
            <a:r>
              <a:rPr lang="en-US" sz="1800" dirty="0"/>
              <a:t>All tests must be logged and documented.</a:t>
            </a:r>
          </a:p>
          <a:p>
            <a:pPr marL="342900" indent="-342900">
              <a:buFont typeface="Arial" panose="020B0604020202020204" pitchFamily="34" charset="0"/>
              <a:buChar char="•"/>
            </a:pPr>
            <a:r>
              <a:rPr lang="en-US" sz="1800" dirty="0"/>
              <a:t>Set budget left and right lateral limits.</a:t>
            </a:r>
          </a:p>
          <a:p>
            <a:endParaRPr lang="en-US" dirty="0"/>
          </a:p>
        </p:txBody>
      </p:sp>
    </p:spTree>
    <p:extLst>
      <p:ext uri="{BB962C8B-B14F-4D97-AF65-F5344CB8AC3E}">
        <p14:creationId xmlns:p14="http://schemas.microsoft.com/office/powerpoint/2010/main" val="338722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CAF9-4227-20CA-7E46-8A8044139AE1}"/>
              </a:ext>
            </a:extLst>
          </p:cNvPr>
          <p:cNvSpPr>
            <a:spLocks noGrp="1"/>
          </p:cNvSpPr>
          <p:nvPr>
            <p:ph type="title"/>
          </p:nvPr>
        </p:nvSpPr>
        <p:spPr/>
        <p:txBody>
          <a:bodyPr>
            <a:normAutofit/>
          </a:bodyPr>
          <a:lstStyle/>
          <a:p>
            <a:r>
              <a:rPr lang="en-US" dirty="0"/>
              <a:t>Test Case - Creating User Profile</a:t>
            </a:r>
          </a:p>
        </p:txBody>
      </p:sp>
      <p:pic>
        <p:nvPicPr>
          <p:cNvPr id="5" name="Picture 4">
            <a:extLst>
              <a:ext uri="{FF2B5EF4-FFF2-40B4-BE49-F238E27FC236}">
                <a16:creationId xmlns:a16="http://schemas.microsoft.com/office/drawing/2014/main" id="{27ADCAE7-D7C7-41B4-E807-81859A1D6BC4}"/>
              </a:ext>
            </a:extLst>
          </p:cNvPr>
          <p:cNvPicPr>
            <a:picLocks noChangeAspect="1"/>
          </p:cNvPicPr>
          <p:nvPr/>
        </p:nvPicPr>
        <p:blipFill>
          <a:blip r:embed="rId2"/>
          <a:stretch>
            <a:fillRect/>
          </a:stretch>
        </p:blipFill>
        <p:spPr>
          <a:xfrm>
            <a:off x="3388026" y="1581273"/>
            <a:ext cx="5415948" cy="5206027"/>
          </a:xfrm>
          <a:prstGeom prst="rect">
            <a:avLst/>
          </a:prstGeom>
        </p:spPr>
      </p:pic>
    </p:spTree>
    <p:extLst>
      <p:ext uri="{BB962C8B-B14F-4D97-AF65-F5344CB8AC3E}">
        <p14:creationId xmlns:p14="http://schemas.microsoft.com/office/powerpoint/2010/main" val="331050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D2392-5927-7300-C23C-9ECC09B5ED3C}"/>
              </a:ext>
            </a:extLst>
          </p:cNvPr>
          <p:cNvSpPr>
            <a:spLocks noGrp="1"/>
          </p:cNvSpPr>
          <p:nvPr>
            <p:ph type="title"/>
          </p:nvPr>
        </p:nvSpPr>
        <p:spPr/>
        <p:txBody>
          <a:bodyPr/>
          <a:lstStyle/>
          <a:p>
            <a:r>
              <a:rPr lang="en-US" dirty="0"/>
              <a:t>Individual Evaluation - Phillip</a:t>
            </a:r>
          </a:p>
        </p:txBody>
      </p:sp>
      <p:sp>
        <p:nvSpPr>
          <p:cNvPr id="3" name="Content Placeholder 2">
            <a:extLst>
              <a:ext uri="{FF2B5EF4-FFF2-40B4-BE49-F238E27FC236}">
                <a16:creationId xmlns:a16="http://schemas.microsoft.com/office/drawing/2014/main" id="{510032A4-61E8-E005-44D1-0285100D616E}"/>
              </a:ext>
            </a:extLst>
          </p:cNvPr>
          <p:cNvSpPr>
            <a:spLocks noGrp="1"/>
          </p:cNvSpPr>
          <p:nvPr>
            <p:ph idx="1"/>
          </p:nvPr>
        </p:nvSpPr>
        <p:spPr/>
        <p:txBody>
          <a:bodyPr/>
          <a:lstStyle/>
          <a:p>
            <a:r>
              <a:rPr lang="en-US" dirty="0"/>
              <a:t>Given my background in the information technology industry, much of what we discussed regarding the software engineering concepts and planning i.e., Scrum and Agile processes were familiar to me.</a:t>
            </a:r>
          </a:p>
          <a:p>
            <a:r>
              <a:rPr lang="en-US" dirty="0"/>
              <a:t>The scope and level of detail that I discovered throughout the weeks was however very interesting. I appreciate being humbled every now and again, and this project absolutely did that for me. As we began to dig deeper into the requirements, we continued to identify new requirements that should have been considered originally but we had not.</a:t>
            </a:r>
          </a:p>
          <a:p>
            <a:r>
              <a:rPr lang="en-US" dirty="0"/>
              <a:t>The experience obtained through this class will provide additional insight into project considerations in multiple ways. For example, when creating an application that provides transactions nationwide, what legal requirements exist? Without attempting to create a pseudo application, that thought would not have crossed my mind.</a:t>
            </a:r>
          </a:p>
        </p:txBody>
      </p:sp>
    </p:spTree>
    <p:extLst>
      <p:ext uri="{BB962C8B-B14F-4D97-AF65-F5344CB8AC3E}">
        <p14:creationId xmlns:p14="http://schemas.microsoft.com/office/powerpoint/2010/main" val="627841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06DA0-BE88-6EEB-2340-3965EB9F49A4}"/>
              </a:ext>
            </a:extLst>
          </p:cNvPr>
          <p:cNvSpPr>
            <a:spLocks noGrp="1"/>
          </p:cNvSpPr>
          <p:nvPr>
            <p:ph type="title"/>
          </p:nvPr>
        </p:nvSpPr>
        <p:spPr/>
        <p:txBody>
          <a:bodyPr/>
          <a:lstStyle/>
          <a:p>
            <a:r>
              <a:rPr lang="en-US" dirty="0"/>
              <a:t>Individual Evaluation - Kamil</a:t>
            </a:r>
          </a:p>
        </p:txBody>
      </p:sp>
      <p:sp>
        <p:nvSpPr>
          <p:cNvPr id="3" name="Content Placeholder 2">
            <a:extLst>
              <a:ext uri="{FF2B5EF4-FFF2-40B4-BE49-F238E27FC236}">
                <a16:creationId xmlns:a16="http://schemas.microsoft.com/office/drawing/2014/main" id="{AD193EED-BBBE-D380-5C4D-CAF3D502335A}"/>
              </a:ext>
            </a:extLst>
          </p:cNvPr>
          <p:cNvSpPr>
            <a:spLocks noGrp="1"/>
          </p:cNvSpPr>
          <p:nvPr>
            <p:ph idx="1"/>
          </p:nvPr>
        </p:nvSpPr>
        <p:spPr/>
        <p:txBody>
          <a:bodyPr/>
          <a:lstStyle/>
          <a:p>
            <a:r>
              <a:rPr lang="en-US" dirty="0">
                <a:latin typeface="Tahoma"/>
                <a:ea typeface="Tahoma"/>
                <a:cs typeface="Tahoma"/>
              </a:rPr>
              <a:t>This class has opened my eyes into the actual work done by a software engineer. I see how the entire project is a team effort and requires everyone to do their part. Effective communication and proper documentation will avoid someone having guess what something is or means. It is important to follow all codes and regulations to avoid future legal troubles. All stakeholders’ ideas need to be heard and all concerns should be addressed during the planning phase. Setting specific constraints and dependencies will avoid common mistakes. Every team member needs to be ready to adapt to schedule changes and resource or hardware failures.  Object-oriented analysis and design diagrams portray the functionality of the app by showing project flow in a flow diagram, all classes and dependencies on a class diagram, and specific use cases on use case diagrams. Collecting metrics can reveal early budget problems and bugs in code that can save time and money.  Well-crafted test plans will test all the features and action responses to show the progress and the need for adjustments before final release. </a:t>
            </a:r>
            <a:endParaRPr lang="en-US"/>
          </a:p>
          <a:p>
            <a:endParaRPr lang="en-US" dirty="0"/>
          </a:p>
        </p:txBody>
      </p:sp>
    </p:spTree>
    <p:extLst>
      <p:ext uri="{BB962C8B-B14F-4D97-AF65-F5344CB8AC3E}">
        <p14:creationId xmlns:p14="http://schemas.microsoft.com/office/powerpoint/2010/main" val="163905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2A02-731C-6861-05E8-E5B430AF26FD}"/>
              </a:ext>
            </a:extLst>
          </p:cNvPr>
          <p:cNvSpPr>
            <a:spLocks noGrp="1"/>
          </p:cNvSpPr>
          <p:nvPr>
            <p:ph type="title"/>
          </p:nvPr>
        </p:nvSpPr>
        <p:spPr/>
        <p:txBody>
          <a:bodyPr/>
          <a:lstStyle/>
          <a:p>
            <a:r>
              <a:rPr lang="en-US" dirty="0"/>
              <a:t>Individual Evaluation - Nathalie</a:t>
            </a:r>
          </a:p>
        </p:txBody>
      </p:sp>
      <p:sp>
        <p:nvSpPr>
          <p:cNvPr id="3" name="Content Placeholder 2">
            <a:extLst>
              <a:ext uri="{FF2B5EF4-FFF2-40B4-BE49-F238E27FC236}">
                <a16:creationId xmlns:a16="http://schemas.microsoft.com/office/drawing/2014/main" id="{55349D67-E6A3-4327-0BF8-0AE470BC6782}"/>
              </a:ext>
            </a:extLst>
          </p:cNvPr>
          <p:cNvSpPr>
            <a:spLocks noGrp="1"/>
          </p:cNvSpPr>
          <p:nvPr>
            <p:ph idx="1"/>
          </p:nvPr>
        </p:nvSpPr>
        <p:spPr>
          <a:xfrm>
            <a:off x="1097924" y="1679028"/>
            <a:ext cx="9996151" cy="4730512"/>
          </a:xfrm>
        </p:spPr>
        <p:txBody>
          <a:bodyPr anchor="t"/>
          <a:lstStyle/>
          <a:p>
            <a:pPr algn="ctr"/>
            <a:r>
              <a:rPr lang="en-US" sz="2000" b="1" dirty="0">
                <a:latin typeface="Tahoma"/>
                <a:ea typeface="Tahoma"/>
                <a:cs typeface="Tahoma"/>
              </a:rPr>
              <a:t>What I learned</a:t>
            </a:r>
            <a:r>
              <a:rPr lang="en-US" sz="2000" dirty="0">
                <a:latin typeface="Tahoma"/>
                <a:ea typeface="Tahoma"/>
                <a:cs typeface="Tahoma"/>
              </a:rPr>
              <a:t> </a:t>
            </a:r>
            <a:endParaRPr lang="en-US" sz="2000" dirty="0"/>
          </a:p>
          <a:p>
            <a:r>
              <a:rPr lang="en-US" sz="2000" dirty="0">
                <a:latin typeface="Tahoma"/>
                <a:ea typeface="Tahoma"/>
                <a:cs typeface="Tahoma"/>
              </a:rPr>
              <a:t>What I learned during this Software Engineering course was homed in on the design and structure aspects of Software and application development. Without diving too deep into the subcategories within the Software process I’ll briefly summaries the outlined steps.</a:t>
            </a:r>
            <a:endParaRPr lang="en-US" sz="2000" dirty="0"/>
          </a:p>
          <a:p>
            <a:endParaRPr lang="en-US" sz="2000" dirty="0">
              <a:latin typeface="Tahoma"/>
              <a:ea typeface="Tahoma"/>
              <a:cs typeface="Tahoma"/>
            </a:endParaRPr>
          </a:p>
          <a:p>
            <a:r>
              <a:rPr lang="en-US" sz="2000" dirty="0">
                <a:latin typeface="Tahoma"/>
                <a:ea typeface="Tahoma"/>
                <a:cs typeface="Tahoma"/>
              </a:rPr>
              <a:t>Cultivating a team: while I was very blessed with the team, I received in this class 😊.(I’ll miss you guys!). Team building is detrimental for successful builds. Making sure you have competent and capable individuals working alongside you to better you and provide constructive criticism is beneficial beyond measure. Knowing you can count on your teammates to do their part allows you to focus on your part and in turn will result in a great Project. Of course, a system of accountability will always be in place but working with people who are Emotionally astute and socially aware aids in the communication aspects of every step needed to reach the end goal.</a:t>
            </a:r>
          </a:p>
          <a:p>
            <a:endParaRPr lang="en-US" sz="2000" dirty="0">
              <a:latin typeface="Tahoma"/>
              <a:ea typeface="Tahoma"/>
              <a:cs typeface="Tahoma"/>
            </a:endParaRPr>
          </a:p>
          <a:p>
            <a:endParaRPr lang="en-US" sz="2000" dirty="0">
              <a:latin typeface="Tahoma"/>
              <a:ea typeface="Tahoma"/>
              <a:cs typeface="Tahoma"/>
            </a:endParaRPr>
          </a:p>
          <a:p>
            <a:endParaRPr lang="en-US" dirty="0">
              <a:latin typeface="Tahoma"/>
              <a:ea typeface="Tahoma"/>
              <a:cs typeface="Tahoma"/>
            </a:endParaRPr>
          </a:p>
          <a:p>
            <a:endParaRPr lang="en-US" dirty="0"/>
          </a:p>
          <a:p>
            <a:endParaRPr lang="en-US" dirty="0"/>
          </a:p>
          <a:p>
            <a:endParaRPr lang="en-US" dirty="0"/>
          </a:p>
          <a:p>
            <a:endParaRPr lang="en-US" dirty="0"/>
          </a:p>
          <a:p>
            <a:endParaRPr lang="en-US" u="sng" dirty="0">
              <a:latin typeface="Tahoma"/>
              <a:ea typeface="Tahoma"/>
              <a:cs typeface="Tahoma"/>
            </a:endParaRPr>
          </a:p>
          <a:p>
            <a:endParaRPr lang="en-US" dirty="0"/>
          </a:p>
          <a:p>
            <a:endParaRPr lang="en-US" dirty="0">
              <a:latin typeface="Tahoma"/>
              <a:ea typeface="Tahoma"/>
              <a:cs typeface="Tahoma"/>
            </a:endParaRPr>
          </a:p>
        </p:txBody>
      </p:sp>
    </p:spTree>
    <p:extLst>
      <p:ext uri="{BB962C8B-B14F-4D97-AF65-F5344CB8AC3E}">
        <p14:creationId xmlns:p14="http://schemas.microsoft.com/office/powerpoint/2010/main" val="1767353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621D4-0D25-3D11-DF82-F693DE05ED6F}"/>
              </a:ext>
            </a:extLst>
          </p:cNvPr>
          <p:cNvSpPr>
            <a:spLocks noGrp="1"/>
          </p:cNvSpPr>
          <p:nvPr>
            <p:ph type="title"/>
          </p:nvPr>
        </p:nvSpPr>
        <p:spPr/>
        <p:txBody>
          <a:bodyPr/>
          <a:lstStyle/>
          <a:p>
            <a:r>
              <a:rPr lang="en-US" sz="6600" dirty="0">
                <a:latin typeface="Tahoma"/>
                <a:ea typeface="Tahoma"/>
                <a:cs typeface="Tahoma"/>
              </a:rPr>
              <a:t>References</a:t>
            </a:r>
          </a:p>
        </p:txBody>
      </p:sp>
      <p:sp>
        <p:nvSpPr>
          <p:cNvPr id="3" name="Content Placeholder 2">
            <a:extLst>
              <a:ext uri="{FF2B5EF4-FFF2-40B4-BE49-F238E27FC236}">
                <a16:creationId xmlns:a16="http://schemas.microsoft.com/office/drawing/2014/main" id="{1ED9F72C-E985-DB11-B4D2-4A4114514D3A}"/>
              </a:ext>
            </a:extLst>
          </p:cNvPr>
          <p:cNvSpPr>
            <a:spLocks noGrp="1"/>
          </p:cNvSpPr>
          <p:nvPr>
            <p:ph idx="1"/>
          </p:nvPr>
        </p:nvSpPr>
        <p:spPr/>
        <p:txBody>
          <a:bodyPr/>
          <a:lstStyle/>
          <a:p>
            <a:endParaRPr lang="en-US" dirty="0">
              <a:latin typeface="Tahoma"/>
              <a:ea typeface="Tahoma"/>
              <a:cs typeface="Tahoma"/>
            </a:endParaRPr>
          </a:p>
          <a:p>
            <a:r>
              <a:rPr lang="en-US" sz="2000" dirty="0">
                <a:latin typeface="Tahoma"/>
                <a:ea typeface="Tahoma"/>
                <a:cs typeface="Tahoma"/>
              </a:rPr>
              <a:t>Boehm, B. W. (1986). A Spiral Model of Software Development and Enhancement. ACM SIGSOFT Software Engineering Notes. </a:t>
            </a:r>
            <a:r>
              <a:rPr lang="en-US" sz="2000" dirty="0" err="1">
                <a:latin typeface="Tahoma"/>
                <a:ea typeface="Tahoma"/>
                <a:cs typeface="Tahoma"/>
              </a:rPr>
              <a:t>doi</a:t>
            </a:r>
            <a:r>
              <a:rPr lang="en-US" sz="2000" dirty="0">
                <a:latin typeface="Tahoma"/>
                <a:ea typeface="Tahoma"/>
                <a:cs typeface="Tahoma"/>
              </a:rPr>
              <a:t>: 10.1145/12944.12948</a:t>
            </a:r>
          </a:p>
          <a:p>
            <a:endParaRPr lang="en-US" sz="2000" dirty="0">
              <a:latin typeface="Tahoma"/>
              <a:ea typeface="Tahoma"/>
              <a:cs typeface="Tahoma"/>
            </a:endParaRPr>
          </a:p>
          <a:p>
            <a:r>
              <a:rPr lang="en-US" sz="2000" dirty="0">
                <a:latin typeface="Tahoma"/>
                <a:ea typeface="Tahoma"/>
                <a:cs typeface="Tahoma"/>
              </a:rPr>
              <a:t>Chidamber, S. R., Kemerer, A. (1993). A Metrics Suite for Object Oriented Design. Cambridge, MA: MIT Sloan School of Management E53-315.</a:t>
            </a:r>
          </a:p>
          <a:p>
            <a:endParaRPr lang="en-US" sz="2000" dirty="0">
              <a:latin typeface="Tahoma"/>
              <a:ea typeface="Tahoma"/>
              <a:cs typeface="Tahoma"/>
            </a:endParaRPr>
          </a:p>
          <a:p>
            <a:r>
              <a:rPr lang="en-US" sz="2000" dirty="0">
                <a:latin typeface="Tahoma"/>
                <a:ea typeface="Tahoma"/>
                <a:cs typeface="Tahoma"/>
              </a:rPr>
              <a:t>Machiavelli, N., Thompson, N.H. (2008). The Prince. New York, NY: Cosimo Classics.</a:t>
            </a:r>
          </a:p>
          <a:p>
            <a:endParaRPr lang="en-US" sz="2000" dirty="0">
              <a:latin typeface="Tahoma"/>
              <a:ea typeface="Tahoma"/>
              <a:cs typeface="Tahoma"/>
            </a:endParaRPr>
          </a:p>
          <a:p>
            <a:r>
              <a:rPr lang="en-US" sz="2000" dirty="0">
                <a:latin typeface="Tahoma"/>
                <a:ea typeface="Tahoma"/>
                <a:cs typeface="Tahoma"/>
              </a:rPr>
              <a:t>Maxim, Bruce R., Pressman, Roger S. (2015). Software Engineering: A Practitioner's Approach (8th ed.). New York, NY: McGraw-Hill.</a:t>
            </a:r>
          </a:p>
          <a:p>
            <a:endParaRPr lang="en-US" sz="2000" dirty="0">
              <a:latin typeface="Tahoma"/>
              <a:ea typeface="Tahoma"/>
              <a:cs typeface="Tahoma"/>
            </a:endParaRPr>
          </a:p>
          <a:p>
            <a:r>
              <a:rPr lang="en-US" sz="2000" dirty="0">
                <a:latin typeface="Tahoma"/>
                <a:ea typeface="Tahoma"/>
                <a:cs typeface="Tahoma"/>
              </a:rPr>
              <a:t>Object Management Group (OMG). (2017, December 5). Unified Modeling Language 2.5.1. Retrieved from </a:t>
            </a:r>
            <a:r>
              <a:rPr lang="en-US" sz="2000" dirty="0">
                <a:latin typeface="Tahoma"/>
                <a:ea typeface="Tahoma"/>
                <a:cs typeface="Tahoma"/>
                <a:hlinkClick r:id="rId2"/>
              </a:rPr>
              <a:t>https://www.omg.org/spec/UML/2.5.1/Links</a:t>
            </a:r>
            <a:r>
              <a:rPr lang="en-US" sz="2000" dirty="0">
                <a:latin typeface="Tahoma"/>
                <a:ea typeface="Tahoma"/>
                <a:cs typeface="Tahoma"/>
              </a:rPr>
              <a:t> to an external site.</a:t>
            </a:r>
          </a:p>
          <a:p>
            <a:endParaRPr lang="en-US" dirty="0"/>
          </a:p>
        </p:txBody>
      </p:sp>
    </p:spTree>
    <p:extLst>
      <p:ext uri="{BB962C8B-B14F-4D97-AF65-F5344CB8AC3E}">
        <p14:creationId xmlns:p14="http://schemas.microsoft.com/office/powerpoint/2010/main" val="1852447226"/>
      </p:ext>
    </p:extLst>
  </p:cSld>
  <p:clrMapOvr>
    <a:masterClrMapping/>
  </p:clrMapOvr>
</p:sld>
</file>

<file path=ppt/theme/theme1.xml><?xml version="1.0" encoding="utf-8"?>
<a:theme xmlns:a="http://schemas.openxmlformats.org/drawingml/2006/main" name="2_CORP_TEMPLATE_ILT">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lnSpc>
            <a:spcPct val="90000"/>
          </a:lnSpc>
          <a:defRPr dirty="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25400">
          <a:solidFill>
            <a:schemeClr val="accent1"/>
          </a:solidFill>
          <a:miter lim="800000"/>
          <a:headEnd type="none" w="lg" len="med"/>
          <a:tailEnd type="triangl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z="1600" dirty="0" err="1" smtClean="0">
            <a:solidFill>
              <a:schemeClr val="tx2"/>
            </a:solidFill>
          </a:defRPr>
        </a:defPPr>
      </a:lstStyle>
    </a:txDef>
  </a:objectDefaults>
  <a:extraClrSchemeLst/>
  <a:custClrLst>
    <a:custClr name="PMS130">
      <a:srgbClr val="FDB813"/>
    </a:custClr>
    <a:custClr name="PMS144">
      <a:srgbClr val="F8981D"/>
    </a:custClr>
    <a:custClr name="PMS180">
      <a:srgbClr val="D9541E"/>
    </a:custClr>
    <a:custClr name="PMS1807">
      <a:srgbClr val="9E3039"/>
    </a:custClr>
    <a:custClr name="PMS195">
      <a:srgbClr val="820024"/>
    </a:custClr>
    <a:custClr name="PMS174">
      <a:srgbClr val="9A3B26"/>
    </a:custClr>
    <a:custClr name="PMS7519">
      <a:srgbClr val="574319"/>
    </a:custClr>
    <a:custClr name="PMS654">
      <a:srgbClr val="003D79"/>
    </a:custClr>
  </a:custClr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07802D3C83F944BE2B5D1F01AED6F9" ma:contentTypeVersion="8" ma:contentTypeDescription="Create a new document." ma:contentTypeScope="" ma:versionID="700b45bdb79b3ba02bfd0fc49e97ce33">
  <xsd:schema xmlns:xsd="http://www.w3.org/2001/XMLSchema" xmlns:xs="http://www.w3.org/2001/XMLSchema" xmlns:p="http://schemas.microsoft.com/office/2006/metadata/properties" xmlns:ns2="af846bfc-75cf-4e28-98e8-0883cafe972e" xmlns:ns3="0480c01b-1cce-43e3-b5f6-07ea75c3e2df" targetNamespace="http://schemas.microsoft.com/office/2006/metadata/properties" ma:root="true" ma:fieldsID="74ff1ddac105a48c3f135d7b76f5e4fe" ns2:_="" ns3:_="">
    <xsd:import namespace="af846bfc-75cf-4e28-98e8-0883cafe972e"/>
    <xsd:import namespace="0480c01b-1cce-43e3-b5f6-07ea75c3e2d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846bfc-75cf-4e28-98e8-0883cafe97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c3c797a-2b32-43ff-956f-70279ca7beb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480c01b-1cce-43e3-b5f6-07ea75c3e2d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82c65427-186a-4136-8a6f-938afa2b0d66}" ma:internalName="TaxCatchAll" ma:showField="CatchAllData" ma:web="0480c01b-1cce-43e3-b5f6-07ea75c3e2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f846bfc-75cf-4e28-98e8-0883cafe972e">
      <Terms xmlns="http://schemas.microsoft.com/office/infopath/2007/PartnerControls"/>
    </lcf76f155ced4ddcb4097134ff3c332f>
    <TaxCatchAll xmlns="0480c01b-1cce-43e3-b5f6-07ea75c3e2df" xsi:nil="true"/>
  </documentManagement>
</p:properties>
</file>

<file path=customXml/itemProps1.xml><?xml version="1.0" encoding="utf-8"?>
<ds:datastoreItem xmlns:ds="http://schemas.openxmlformats.org/officeDocument/2006/customXml" ds:itemID="{7482A964-3959-4733-AC85-5BDF0C87F7B0}">
  <ds:schemaRefs>
    <ds:schemaRef ds:uri="http://schemas.microsoft.com/sharepoint/v3/contenttype/forms"/>
  </ds:schemaRefs>
</ds:datastoreItem>
</file>

<file path=customXml/itemProps2.xml><?xml version="1.0" encoding="utf-8"?>
<ds:datastoreItem xmlns:ds="http://schemas.openxmlformats.org/officeDocument/2006/customXml" ds:itemID="{29CFBA17-7C45-4A8F-9CA9-235EB2B9E1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846bfc-75cf-4e28-98e8-0883cafe972e"/>
    <ds:schemaRef ds:uri="0480c01b-1cce-43e3-b5f6-07ea75c3e2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FFAD70-C27B-4E5F-91F4-23C1DEC5A3A9}">
  <ds:schemaRefs>
    <ds:schemaRef ds:uri="http://schemas.microsoft.com/office/2006/metadata/properties"/>
    <ds:schemaRef ds:uri="http://schemas.microsoft.com/office/infopath/2007/PartnerControls"/>
    <ds:schemaRef ds:uri="af846bfc-75cf-4e28-98e8-0883cafe972e"/>
    <ds:schemaRef ds:uri="0480c01b-1cce-43e3-b5f6-07ea75c3e2df"/>
  </ds:schemaRefs>
</ds:datastoreItem>
</file>

<file path=docProps/app.xml><?xml version="1.0" encoding="utf-8"?>
<Properties xmlns="http://schemas.openxmlformats.org/officeDocument/2006/extended-properties" xmlns:vt="http://schemas.openxmlformats.org/officeDocument/2006/docPropsVTypes">
  <Template/>
  <TotalTime>5829</TotalTime>
  <Words>1997</Words>
  <Application>Microsoft Office PowerPoint</Application>
  <PresentationFormat>Widescreen</PresentationFormat>
  <Paragraphs>222</Paragraphs>
  <Slides>17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4" baseType="lpstr">
      <vt:lpstr>Arial</vt:lpstr>
      <vt:lpstr>Calibri</vt:lpstr>
      <vt:lpstr>Cambria Math</vt:lpstr>
      <vt:lpstr>Tahoma</vt:lpstr>
      <vt:lpstr>Times New Roman</vt:lpstr>
      <vt:lpstr>2_CORP_TEMPLATE_ILT</vt:lpstr>
      <vt:lpstr>Visio</vt:lpstr>
      <vt:lpstr>CEIS 200: Software Engineering I Project Report Requirement Specifications</vt:lpstr>
      <vt:lpstr>Project Level Summary Evaluations Session One - Requirements</vt:lpstr>
      <vt:lpstr>Project Level Summary Evaluations Session Two - Analysis and Design</vt:lpstr>
      <vt:lpstr>Project Level Summary Evaluations Session Three - Testing</vt:lpstr>
      <vt:lpstr>Use Case Diagram</vt:lpstr>
      <vt:lpstr>Class Diagram</vt:lpstr>
      <vt:lpstr>Sequence Diagrams</vt:lpstr>
      <vt:lpstr>Sequence Diagram</vt:lpstr>
      <vt:lpstr>State Machine Diagram</vt:lpstr>
      <vt:lpstr>Risk Analysis</vt:lpstr>
      <vt:lpstr>Test Plan Overview</vt:lpstr>
      <vt:lpstr>Test Plan Overview</vt:lpstr>
      <vt:lpstr>Test Case - Creating User Profile</vt:lpstr>
      <vt:lpstr>Individual Evaluation - Phillip</vt:lpstr>
      <vt:lpstr>Individual Evaluation - Kamil</vt:lpstr>
      <vt:lpstr>Individual Evaluation - Nathalie</vt:lpstr>
      <vt:lpstr>References</vt:lpstr>
    </vt:vector>
  </TitlesOfParts>
  <Company>USMC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Tette GySgt Phillip R</dc:creator>
  <cp:lastModifiedBy>Phillip Tette</cp:lastModifiedBy>
  <cp:revision>109</cp:revision>
  <dcterms:created xsi:type="dcterms:W3CDTF">2021-02-05T22:11:50Z</dcterms:created>
  <dcterms:modified xsi:type="dcterms:W3CDTF">2023-02-25T23:37:58Z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0x010100F107802D3C83F944BE2B5D1F01AED6F9</vt:lpwstr>
  </property>
  <property fmtid="{D5CDD505-2E9C-101B-9397-08002B2CF9AE}" pid="3" name="MediaServiceImageTags">
    <vt:lpwstr/>
  </property>
</Properties>
</file>