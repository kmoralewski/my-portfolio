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72" r:id="rId3"/>
    <p:sldId id="258" r:id="rId4"/>
    <p:sldId id="273" r:id="rId5"/>
    <p:sldId id="261" r:id="rId6"/>
    <p:sldId id="260" r:id="rId7"/>
    <p:sldId id="267" r:id="rId8"/>
    <p:sldId id="266" r:id="rId9"/>
    <p:sldId id="265" r:id="rId10"/>
    <p:sldId id="264" r:id="rId11"/>
    <p:sldId id="263" r:id="rId12"/>
    <p:sldId id="262" r:id="rId13"/>
    <p:sldId id="271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94B64-74FE-4C0E-8BEE-4D9A57A3795A}" v="23" dt="2021-10-23T23:00:23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4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2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8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2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5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0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9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4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1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3461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51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0434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45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42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0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163EF-3AB3-4CA3-81D8-0A82A695AB1C}" type="datetimeFigureOut">
              <a:rPr lang="en-US" smtClean="0"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DFB8F4F-CDEE-4A8E-9E22-1AEC3589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D535-A222-47EE-845D-1E920C1EC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3113" y="1122363"/>
            <a:ext cx="4527929" cy="4287836"/>
          </a:xfrm>
        </p:spPr>
        <p:txBody>
          <a:bodyPr anchor="ctr">
            <a:normAutofit/>
          </a:bodyPr>
          <a:lstStyle/>
          <a:p>
            <a:pPr algn="r"/>
            <a:r>
              <a:rPr lang="en-US" sz="5600"/>
              <a:t>CEIS209 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CAC9B-E56A-413B-81A8-1011F4A49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2783" y="2846388"/>
            <a:ext cx="4357641" cy="4287834"/>
          </a:xfrm>
        </p:spPr>
        <p:txBody>
          <a:bodyPr anchor="ctr">
            <a:normAutofit/>
          </a:bodyPr>
          <a:lstStyle/>
          <a:p>
            <a:r>
              <a:rPr lang="en-US" sz="2400" dirty="0"/>
              <a:t>By: Kamil Moralewski</a:t>
            </a:r>
          </a:p>
        </p:txBody>
      </p:sp>
    </p:spTree>
    <p:extLst>
      <p:ext uri="{BB962C8B-B14F-4D97-AF65-F5344CB8AC3E}">
        <p14:creationId xmlns:p14="http://schemas.microsoft.com/office/powerpoint/2010/main" val="228647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BD2B-EB95-46A4-B075-FF2F4102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661B-77A0-4C28-8BF3-4123C1675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C# background</a:t>
            </a:r>
          </a:p>
          <a:p>
            <a:r>
              <a:rPr lang="en-US" sz="2400" dirty="0"/>
              <a:t>Using system namespace</a:t>
            </a:r>
          </a:p>
          <a:p>
            <a:r>
              <a:rPr lang="en-US" sz="2400" dirty="0"/>
              <a:t>Declaring variables</a:t>
            </a:r>
          </a:p>
          <a:p>
            <a:r>
              <a:rPr lang="en-US" sz="2400" dirty="0"/>
              <a:t>Data types</a:t>
            </a:r>
          </a:p>
          <a:p>
            <a:r>
              <a:rPr lang="en-US" sz="2400" dirty="0"/>
              <a:t>Console input and output</a:t>
            </a:r>
          </a:p>
          <a:p>
            <a:r>
              <a:rPr lang="en-US" sz="2400" dirty="0"/>
              <a:t>Arithmetic operations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5768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59C6-6824-4F54-98EF-F0F74827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Topic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99999-73D7-4F74-8D59-52237F89C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458" y="1379051"/>
            <a:ext cx="4616116" cy="11546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of using namespaces: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System.Console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B10697-282E-4691-8C41-AFB13E578D9F}"/>
              </a:ext>
            </a:extLst>
          </p:cNvPr>
          <p:cNvSpPr txBox="1">
            <a:spLocks/>
          </p:cNvSpPr>
          <p:nvPr/>
        </p:nvSpPr>
        <p:spPr>
          <a:xfrm>
            <a:off x="2658712" y="2417545"/>
            <a:ext cx="4969042" cy="15647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Examples of declaring variables: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name, SSN,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salary,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AEA7D8-DEB4-41C0-8CB5-E91CEBC24BF9}"/>
              </a:ext>
            </a:extLst>
          </p:cNvPr>
          <p:cNvSpPr txBox="1">
            <a:spLocks/>
          </p:cNvSpPr>
          <p:nvPr/>
        </p:nvSpPr>
        <p:spPr>
          <a:xfrm>
            <a:off x="7132890" y="1264555"/>
            <a:ext cx="4616116" cy="22349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Examples of writing output: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Write(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your name:"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Write(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your SSN:"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Write(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your hire date:"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Write(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your salary:"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53EA38-9D22-4E95-A3C7-AD813F53C59B}"/>
              </a:ext>
            </a:extLst>
          </p:cNvPr>
          <p:cNvSpPr txBox="1">
            <a:spLocks/>
          </p:cNvSpPr>
          <p:nvPr/>
        </p:nvSpPr>
        <p:spPr>
          <a:xfrm>
            <a:off x="7048768" y="3550862"/>
            <a:ext cx="4616116" cy="2885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Examples of accepting input and assigning to variable: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salary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488F0E-4CEA-43B5-8144-43657D83EC8E}"/>
              </a:ext>
            </a:extLst>
          </p:cNvPr>
          <p:cNvSpPr txBox="1">
            <a:spLocks/>
          </p:cNvSpPr>
          <p:nvPr/>
        </p:nvSpPr>
        <p:spPr>
          <a:xfrm>
            <a:off x="2592925" y="4254403"/>
            <a:ext cx="4969042" cy="1564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arithmetic operation: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salary / 26;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8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565F-592A-4A1B-BE7F-C29F9784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Topics Covered In Week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9272-E9ED-4A56-907C-31E637D20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Making decisions using if, if- else, and switch operators</a:t>
            </a:r>
          </a:p>
          <a:p>
            <a:r>
              <a:rPr lang="en-US" sz="2400" dirty="0"/>
              <a:t>Using conditional AND </a:t>
            </a:r>
            <a:r>
              <a:rPr lang="en-US" sz="2400" dirty="0" err="1"/>
              <a:t>and</a:t>
            </a:r>
            <a:r>
              <a:rPr lang="en-US" sz="2400" dirty="0"/>
              <a:t> OR operators</a:t>
            </a:r>
          </a:p>
          <a:p>
            <a:r>
              <a:rPr lang="en-US" sz="2400" dirty="0"/>
              <a:t>Creating loops using while, for, and do-while loops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112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CC2B-B537-4B5C-8518-40452C52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Topic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C9E9-7F63-4322-BB9A-580FF2249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42016"/>
            <a:ext cx="3973497" cy="396261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900" dirty="0"/>
              <a:t>Example of an if statement: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 (type == 1)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endParaRPr lang="en-US" sz="4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9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 (type == 2)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4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D54CB9-4FFB-4EC5-AAEC-A941930788C1}"/>
              </a:ext>
            </a:extLst>
          </p:cNvPr>
          <p:cNvSpPr txBox="1">
            <a:spLocks/>
          </p:cNvSpPr>
          <p:nvPr/>
        </p:nvSpPr>
        <p:spPr>
          <a:xfrm>
            <a:off x="5514041" y="1719965"/>
            <a:ext cx="7042952" cy="42200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Example of a do-while statement: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Write("Enter salary:");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salary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float.Parse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salary / 26;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WriteLine("Your name is: " + name);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WriteLine("Your SSN is: " + SSN);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WriteLine("Your hire date was: "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WriteLine("Your salary is: "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salary.ToString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("C"));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WriteLine("Your gross pay is: "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grosspay.ToString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("C"));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 while (salary &lt; 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121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6676-4A6D-45C2-A87A-2A770AB1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Week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220F-970E-4E2A-962F-5E06CD814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Methods</a:t>
            </a:r>
          </a:p>
          <a:p>
            <a:r>
              <a:rPr lang="en-US" sz="2400" dirty="0"/>
              <a:t>Implementation hiding</a:t>
            </a:r>
          </a:p>
          <a:p>
            <a:r>
              <a:rPr lang="en-US" sz="2400" dirty="0"/>
              <a:t>Writing methods with no parameters and no return values</a:t>
            </a:r>
          </a:p>
          <a:p>
            <a:r>
              <a:rPr lang="en-US" sz="2400" dirty="0"/>
              <a:t>Static modifier</a:t>
            </a:r>
          </a:p>
          <a:p>
            <a:r>
              <a:rPr lang="en-US" sz="2400" dirty="0"/>
              <a:t>Writing methods that have parameters and return values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962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1F72-276C-420E-A61C-876D57D0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Topic Application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4A1D-6BED-4D6B-8182-7D6730F1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65" y="1513494"/>
            <a:ext cx="4634822" cy="364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static method with no parameters: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your name:"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x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76345C-A577-420C-B85A-013FC96B3E21}"/>
              </a:ext>
            </a:extLst>
          </p:cNvPr>
          <p:cNvSpPr txBox="1">
            <a:spLocks/>
          </p:cNvSpPr>
          <p:nvPr/>
        </p:nvSpPr>
        <p:spPr>
          <a:xfrm>
            <a:off x="6096000" y="1440527"/>
            <a:ext cx="64754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Example of static method with parameters: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SSN,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WriteLine(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"Your name is: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name);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WriteLine(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"Your SSN is: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SSN);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WriteLine(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"Your hire date was: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WriteLine(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"Your gross pay is: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grosspay.ToString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316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327C-DF37-48A4-967A-FDE3D4DF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8A9E4-6F1C-44B8-B1C2-9D1C483D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Declaring an array and assigning values</a:t>
            </a:r>
          </a:p>
          <a:p>
            <a:r>
              <a:rPr lang="en-US" sz="2400" dirty="0"/>
              <a:t>Accessing array elements</a:t>
            </a:r>
          </a:p>
          <a:p>
            <a:r>
              <a:rPr lang="en-US" sz="2400" dirty="0"/>
              <a:t>Searching an array</a:t>
            </a:r>
          </a:p>
          <a:p>
            <a:r>
              <a:rPr lang="en-US" sz="2400" dirty="0"/>
              <a:t>Using array methods</a:t>
            </a:r>
          </a:p>
          <a:p>
            <a:r>
              <a:rPr lang="en-US" sz="2400" dirty="0"/>
              <a:t>Multidimensional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122046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1753-1F29-4BBE-BBB8-C5EDE5AF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Topic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D542A-A697-4C89-8629-1BA09EF2C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914" y="2338858"/>
            <a:ext cx="4600074" cy="11582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of array declaration: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[] hours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[5];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96AAFA-5C9A-4FBC-A2A3-1E084C87F8B7}"/>
              </a:ext>
            </a:extLst>
          </p:cNvPr>
          <p:cNvSpPr txBox="1">
            <a:spLocks/>
          </p:cNvSpPr>
          <p:nvPr/>
        </p:nvSpPr>
        <p:spPr>
          <a:xfrm>
            <a:off x="5844074" y="1777739"/>
            <a:ext cx="6231540" cy="5210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Example of a loop to input array elements:</a:t>
            </a:r>
          </a:p>
          <a:p>
            <a:pPr marL="0" indent="0">
              <a:buNone/>
            </a:pP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hours.Length; i++)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WriteLine(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the number of hours you worked on day #"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 +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":"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hours[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(hours[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&lt; 0);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0CB4FD-3BE7-406D-9E74-86AF7D6A5777}"/>
              </a:ext>
            </a:extLst>
          </p:cNvPr>
          <p:cNvSpPr txBox="1">
            <a:spLocks/>
          </p:cNvSpPr>
          <p:nvPr/>
        </p:nvSpPr>
        <p:spPr>
          <a:xfrm>
            <a:off x="1397914" y="4621711"/>
            <a:ext cx="4916906" cy="2528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Example of accessing array elements: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hoursworked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hours[0] + hours[1] + hours[2] + hours[3] + hours[4];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553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61C9-FC9C-458D-8E3E-549FA7434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Week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52FC1-4461-4D5B-9739-DC4D833FD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Creating objects</a:t>
            </a:r>
          </a:p>
          <a:p>
            <a:r>
              <a:rPr lang="en-US" sz="2400" dirty="0"/>
              <a:t>Passing objects to methods</a:t>
            </a:r>
          </a:p>
          <a:p>
            <a:r>
              <a:rPr lang="en-US" sz="2400" dirty="0"/>
              <a:t>Public and private access modifiers</a:t>
            </a:r>
          </a:p>
          <a:p>
            <a:r>
              <a:rPr lang="en-US" sz="2400" dirty="0"/>
              <a:t>Constructors and </a:t>
            </a:r>
            <a:r>
              <a:rPr lang="en-US" sz="2400" dirty="0" err="1"/>
              <a:t>deconstructors</a:t>
            </a:r>
            <a:endParaRPr lang="en-US" sz="2400" dirty="0"/>
          </a:p>
          <a:p>
            <a:r>
              <a:rPr lang="en-US" sz="2400" dirty="0"/>
              <a:t>Overloading operators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824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8815-28C7-439D-8CBA-AD8F6FD4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101" y="131108"/>
            <a:ext cx="8911687" cy="1280890"/>
          </a:xfrm>
        </p:spPr>
        <p:txBody>
          <a:bodyPr/>
          <a:lstStyle/>
          <a:p>
            <a:r>
              <a:rPr lang="en-US" dirty="0"/>
              <a:t>Week 5 Topic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A588-CC56-499B-97E9-7CA04BF2C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634" y="771553"/>
            <a:ext cx="3755916" cy="5462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Example of object (employee) with constructor and </a:t>
            </a:r>
            <a:r>
              <a:rPr lang="en-US" sz="1200" dirty="0" err="1"/>
              <a:t>deconstructor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WriteLine(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"Object created!"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~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WriteLine(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"Object destroyed!"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"Enter your name:"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name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6174EE-5180-42B2-936E-9499E3E63A01}"/>
              </a:ext>
            </a:extLst>
          </p:cNvPr>
          <p:cNvSpPr txBox="1">
            <a:spLocks/>
          </p:cNvSpPr>
          <p:nvPr/>
        </p:nvSpPr>
        <p:spPr>
          <a:xfrm>
            <a:off x="7451723" y="1269956"/>
            <a:ext cx="497305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declaring an (employee) variable: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employee emp1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employee();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BBDE2D-7E5C-4CD0-9966-43B5B17CF11E}"/>
              </a:ext>
            </a:extLst>
          </p:cNvPr>
          <p:cNvSpPr txBox="1">
            <a:spLocks/>
          </p:cNvSpPr>
          <p:nvPr/>
        </p:nvSpPr>
        <p:spPr>
          <a:xfrm>
            <a:off x="7386409" y="3241365"/>
            <a:ext cx="4973052" cy="1325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calling a method from object (employee):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emp1.getName();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79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6CD8-4283-43EA-A458-4CFD6435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Week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BE0C-5B53-4913-AC8A-31C67D2C2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Inheritance including base class and derived class</a:t>
            </a:r>
          </a:p>
          <a:p>
            <a:r>
              <a:rPr lang="en-US" sz="2400" dirty="0"/>
              <a:t>Protected access specifier</a:t>
            </a:r>
          </a:p>
          <a:p>
            <a:r>
              <a:rPr lang="en-US" sz="2400" dirty="0"/>
              <a:t>Abstract classes</a:t>
            </a:r>
          </a:p>
          <a:p>
            <a:r>
              <a:rPr lang="en-US" sz="2400" dirty="0"/>
              <a:t>Interfaces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204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DEEB-BB64-47B4-91D8-A09962AA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 Topic Application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CCDAD3-BABE-4422-80A3-5FAE8A24D997}"/>
              </a:ext>
            </a:extLst>
          </p:cNvPr>
          <p:cNvSpPr txBox="1">
            <a:spLocks/>
          </p:cNvSpPr>
          <p:nvPr/>
        </p:nvSpPr>
        <p:spPr>
          <a:xfrm>
            <a:off x="7004058" y="1310643"/>
            <a:ext cx="5165558" cy="1491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declaring objects from derived class (salary):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salary emp1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salary();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28AB89-C54D-4481-A160-43625C0B3C54}"/>
              </a:ext>
            </a:extLst>
          </p:cNvPr>
          <p:cNvSpPr txBox="1">
            <a:spLocks/>
          </p:cNvSpPr>
          <p:nvPr/>
        </p:nvSpPr>
        <p:spPr>
          <a:xfrm>
            <a:off x="7048768" y="2939837"/>
            <a:ext cx="5165558" cy="14919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objects calling on method from base class(employee):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emp1.getName();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2E9E78-0BD4-412A-9EF0-DF5F35B21B02}"/>
              </a:ext>
            </a:extLst>
          </p:cNvPr>
          <p:cNvSpPr txBox="1">
            <a:spLocks/>
          </p:cNvSpPr>
          <p:nvPr/>
        </p:nvSpPr>
        <p:spPr>
          <a:xfrm>
            <a:off x="2788706" y="1525813"/>
            <a:ext cx="4019571" cy="4576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Example of derived class (salary) from base class (employee):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salary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 employee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getgrosspay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salary;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Write(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salary:"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salary =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salary / 26;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             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5416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7EE8-9254-4C8A-BCAF-7220205A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Week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DCAEB-7FFF-4D68-86A6-C69889BB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Try, Catch, And Finally blocks</a:t>
            </a:r>
          </a:p>
          <a:p>
            <a:r>
              <a:rPr lang="en-US" sz="2400" dirty="0"/>
              <a:t>Using exception parameters</a:t>
            </a:r>
          </a:p>
          <a:p>
            <a:r>
              <a:rPr lang="en-US" sz="2400" dirty="0"/>
              <a:t>Exception and file stream namespaces</a:t>
            </a:r>
          </a:p>
          <a:p>
            <a:r>
              <a:rPr lang="en-US" sz="2400" dirty="0"/>
              <a:t>Opening, searching, writing, reading, appending, and closing files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7992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4D07-F061-4370-894B-E60B482E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505" y="524582"/>
            <a:ext cx="8911687" cy="1280890"/>
          </a:xfrm>
        </p:spPr>
        <p:txBody>
          <a:bodyPr/>
          <a:lstStyle/>
          <a:p>
            <a:r>
              <a:rPr lang="en-US" dirty="0"/>
              <a:t>Week 7 Topic Application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F22B0F-85B6-4949-AA66-B64DD5F47FAC}"/>
              </a:ext>
            </a:extLst>
          </p:cNvPr>
          <p:cNvSpPr txBox="1">
            <a:spLocks/>
          </p:cNvSpPr>
          <p:nvPr/>
        </p:nvSpPr>
        <p:spPr>
          <a:xfrm>
            <a:off x="6948298" y="1404515"/>
            <a:ext cx="5301554" cy="5317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Example of creating file and writing to it: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Employee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"Employee.txt"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(Employee,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FileMode.Append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FileAccess.Write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StreamWriter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writer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StreamWriter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"Your name is: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name);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"Your SSN is: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SSN);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"Your hire date was: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writer.WriteLine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"Your gross pay is: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grosspay.ToString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writer.Close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outfile.Close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29DDF7-B89D-4D55-8F4F-9FDC62C401BA}"/>
              </a:ext>
            </a:extLst>
          </p:cNvPr>
          <p:cNvSpPr txBox="1">
            <a:spLocks/>
          </p:cNvSpPr>
          <p:nvPr/>
        </p:nvSpPr>
        <p:spPr>
          <a:xfrm>
            <a:off x="988060" y="1284771"/>
            <a:ext cx="6427244" cy="5317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Example of try and catch block with exception parameter: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   try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Write(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"Enter salary:"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salary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(Exception e)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salary = 0;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WriteLine(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 did not enter a number."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outfile.Close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1036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9A7E-12BA-40B5-B4BE-A813C9942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782" y="306869"/>
            <a:ext cx="8911687" cy="128089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8B32-B6E2-4D6D-A3D6-A6CEC6AF3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816" y="1752746"/>
            <a:ext cx="310815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What I learned:</a:t>
            </a:r>
          </a:p>
          <a:p>
            <a:r>
              <a:rPr lang="en-US" sz="2400" dirty="0"/>
              <a:t>C# namespaces and data types</a:t>
            </a:r>
          </a:p>
          <a:p>
            <a:r>
              <a:rPr lang="en-US" sz="2400" dirty="0"/>
              <a:t>Procedural programming </a:t>
            </a:r>
          </a:p>
          <a:p>
            <a:r>
              <a:rPr lang="en-US" sz="2400" dirty="0"/>
              <a:t>Methods </a:t>
            </a:r>
          </a:p>
          <a:p>
            <a:r>
              <a:rPr lang="en-US" sz="2400" dirty="0"/>
              <a:t>Creating objects and inheriting from them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CF12C3-F2CC-43C9-AA62-0068F9F7054A}"/>
              </a:ext>
            </a:extLst>
          </p:cNvPr>
          <p:cNvSpPr txBox="1">
            <a:spLocks/>
          </p:cNvSpPr>
          <p:nvPr/>
        </p:nvSpPr>
        <p:spPr>
          <a:xfrm>
            <a:off x="5674567" y="1752746"/>
            <a:ext cx="31081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Challenges:</a:t>
            </a:r>
          </a:p>
          <a:p>
            <a:r>
              <a:rPr lang="en-US" sz="2400" dirty="0"/>
              <a:t>It took me a while to format my for loops correctly. The textbook helped me understand it.</a:t>
            </a:r>
          </a:p>
          <a:p>
            <a:r>
              <a:rPr lang="en-US" sz="2400" dirty="0"/>
              <a:t>I had trouble understanding inheritance and passing parameters. I watched videos to help me understand.</a:t>
            </a:r>
          </a:p>
          <a:p>
            <a:pPr marL="0" indent="0">
              <a:buFont typeface="Wingdings 3" charset="2"/>
              <a:buNone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63FE9D-44B9-4F95-B100-18C4C046777A}"/>
              </a:ext>
            </a:extLst>
          </p:cNvPr>
          <p:cNvSpPr txBox="1">
            <a:spLocks/>
          </p:cNvSpPr>
          <p:nvPr/>
        </p:nvSpPr>
        <p:spPr>
          <a:xfrm>
            <a:off x="9083842" y="1752746"/>
            <a:ext cx="31081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How this course will help me:</a:t>
            </a:r>
          </a:p>
          <a:p>
            <a:r>
              <a:rPr lang="en-US" sz="2400" dirty="0"/>
              <a:t>C# is a very popular programming languages with a lot of applications.</a:t>
            </a:r>
          </a:p>
          <a:p>
            <a:r>
              <a:rPr lang="en-US" sz="2400" dirty="0"/>
              <a:t>I want to be a software developer, which use C# to program.</a:t>
            </a:r>
          </a:p>
          <a:p>
            <a:pPr marL="0" indent="0">
              <a:buFont typeface="Wingdings 3" charset="2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10527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561</TotalTime>
  <Words>1129</Words>
  <Application>Microsoft Office PowerPoint</Application>
  <PresentationFormat>Widescreen</PresentationFormat>
  <Paragraphs>196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Consolas</vt:lpstr>
      <vt:lpstr>Wingdings 3</vt:lpstr>
      <vt:lpstr>Wisp</vt:lpstr>
      <vt:lpstr>CEIS209 Final Presentation</vt:lpstr>
      <vt:lpstr>Topics Covered In Week 1</vt:lpstr>
      <vt:lpstr>Week 1 Topic Application</vt:lpstr>
      <vt:lpstr>Topics Covered In Week 2</vt:lpstr>
      <vt:lpstr>Week 2 Topic Application</vt:lpstr>
      <vt:lpstr>Topics Covered In Week 3</vt:lpstr>
      <vt:lpstr>Week 3 Topic Application </vt:lpstr>
      <vt:lpstr>Topics Covered In Week 4</vt:lpstr>
      <vt:lpstr>Week 4 Topic Application</vt:lpstr>
      <vt:lpstr>Topics Covered In Week 5</vt:lpstr>
      <vt:lpstr>Week 5 Topic Application</vt:lpstr>
      <vt:lpstr>Topics Covered In Week 6</vt:lpstr>
      <vt:lpstr>Week 6 Topic Application</vt:lpstr>
      <vt:lpstr>Topics Covered In Week 7</vt:lpstr>
      <vt:lpstr>Week 7 Topic Application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CEIS209 Final Presentation</dc:title>
  <dc:creator>Moralewski, Kamil</dc:creator>
  <cp:lastModifiedBy>Moralewski, Kamil</cp:lastModifiedBy>
  <cp:revision>2</cp:revision>
  <dcterms:created xsi:type="dcterms:W3CDTF">2021-10-21T19:36:10Z</dcterms:created>
  <dcterms:modified xsi:type="dcterms:W3CDTF">2021-10-23T23:10:31Z</dcterms:modified>
</cp:coreProperties>
</file>